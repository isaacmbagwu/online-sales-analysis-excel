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92C292-F984-4B08-A583-88FB23801DF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73BA15-C0AD-4FC8-A923-3A7F9E9FC8C3}">
      <dgm:prSet/>
      <dgm:spPr/>
      <dgm:t>
        <a:bodyPr/>
        <a:lstStyle/>
        <a:p>
          <a:r>
            <a:rPr lang="en-US"/>
            <a:t>This project analyzes transactional sales data for an online retail company.</a:t>
          </a:r>
        </a:p>
      </dgm:t>
    </dgm:pt>
    <dgm:pt modelId="{566A4AB5-4A46-4DC4-B3A2-398AAB27445B}" type="parTrans" cxnId="{F86A8A47-01E2-468A-9031-85DB4A507754}">
      <dgm:prSet/>
      <dgm:spPr/>
      <dgm:t>
        <a:bodyPr/>
        <a:lstStyle/>
        <a:p>
          <a:endParaRPr lang="en-US"/>
        </a:p>
      </dgm:t>
    </dgm:pt>
    <dgm:pt modelId="{E223C73E-CCAE-464B-A178-F81617720FE6}" type="sibTrans" cxnId="{F86A8A47-01E2-468A-9031-85DB4A507754}">
      <dgm:prSet/>
      <dgm:spPr/>
      <dgm:t>
        <a:bodyPr/>
        <a:lstStyle/>
        <a:p>
          <a:endParaRPr lang="en-US"/>
        </a:p>
      </dgm:t>
    </dgm:pt>
    <dgm:pt modelId="{DCE4DF96-D44F-4FB3-B27F-4037E7028B25}">
      <dgm:prSet/>
      <dgm:spPr/>
      <dgm:t>
        <a:bodyPr/>
        <a:lstStyle/>
        <a:p>
          <a:r>
            <a:rPr lang="en-US"/>
            <a:t>The objective was to transform raw data into meaningful insights using Excel dashboards to support business decision‑making.</a:t>
          </a:r>
        </a:p>
      </dgm:t>
    </dgm:pt>
    <dgm:pt modelId="{0CCF78D6-2FE1-4A7B-AB2B-294939A61615}" type="parTrans" cxnId="{8DEB3F12-3F3B-40D2-9023-4ADD5235628E}">
      <dgm:prSet/>
      <dgm:spPr/>
      <dgm:t>
        <a:bodyPr/>
        <a:lstStyle/>
        <a:p>
          <a:endParaRPr lang="en-US"/>
        </a:p>
      </dgm:t>
    </dgm:pt>
    <dgm:pt modelId="{F5B08F6C-FF00-480E-8262-85DB2E931EB2}" type="sibTrans" cxnId="{8DEB3F12-3F3B-40D2-9023-4ADD5235628E}">
      <dgm:prSet/>
      <dgm:spPr/>
      <dgm:t>
        <a:bodyPr/>
        <a:lstStyle/>
        <a:p>
          <a:endParaRPr lang="en-US"/>
        </a:p>
      </dgm:t>
    </dgm:pt>
    <dgm:pt modelId="{AFFED8CE-48EE-407F-8E36-A253A56C35AC}" type="pres">
      <dgm:prSet presAssocID="{D092C292-F984-4B08-A583-88FB23801DF2}" presName="linear" presStyleCnt="0">
        <dgm:presLayoutVars>
          <dgm:animLvl val="lvl"/>
          <dgm:resizeHandles val="exact"/>
        </dgm:presLayoutVars>
      </dgm:prSet>
      <dgm:spPr/>
    </dgm:pt>
    <dgm:pt modelId="{5695B126-21BD-4FFC-917B-DBE9B6840CAC}" type="pres">
      <dgm:prSet presAssocID="{8373BA15-C0AD-4FC8-A923-3A7F9E9FC8C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4C242AE-DDBD-4D53-A491-4B8B4E3794DB}" type="pres">
      <dgm:prSet presAssocID="{E223C73E-CCAE-464B-A178-F81617720FE6}" presName="spacer" presStyleCnt="0"/>
      <dgm:spPr/>
    </dgm:pt>
    <dgm:pt modelId="{81682587-8739-45B7-AA8C-2531A30874A1}" type="pres">
      <dgm:prSet presAssocID="{DCE4DF96-D44F-4FB3-B27F-4037E7028B2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BC6D407-4CFA-4275-A4A4-E222815AB5ED}" type="presOf" srcId="{8373BA15-C0AD-4FC8-A923-3A7F9E9FC8C3}" destId="{5695B126-21BD-4FFC-917B-DBE9B6840CAC}" srcOrd="0" destOrd="0" presId="urn:microsoft.com/office/officeart/2005/8/layout/vList2"/>
    <dgm:cxn modelId="{8DEB3F12-3F3B-40D2-9023-4ADD5235628E}" srcId="{D092C292-F984-4B08-A583-88FB23801DF2}" destId="{DCE4DF96-D44F-4FB3-B27F-4037E7028B25}" srcOrd="1" destOrd="0" parTransId="{0CCF78D6-2FE1-4A7B-AB2B-294939A61615}" sibTransId="{F5B08F6C-FF00-480E-8262-85DB2E931EB2}"/>
    <dgm:cxn modelId="{F86A8A47-01E2-468A-9031-85DB4A507754}" srcId="{D092C292-F984-4B08-A583-88FB23801DF2}" destId="{8373BA15-C0AD-4FC8-A923-3A7F9E9FC8C3}" srcOrd="0" destOrd="0" parTransId="{566A4AB5-4A46-4DC4-B3A2-398AAB27445B}" sibTransId="{E223C73E-CCAE-464B-A178-F81617720FE6}"/>
    <dgm:cxn modelId="{23220199-244E-4A83-B13F-A592494E950C}" type="presOf" srcId="{D092C292-F984-4B08-A583-88FB23801DF2}" destId="{AFFED8CE-48EE-407F-8E36-A253A56C35AC}" srcOrd="0" destOrd="0" presId="urn:microsoft.com/office/officeart/2005/8/layout/vList2"/>
    <dgm:cxn modelId="{1F1501D5-4EF1-41DA-ACB3-DDBCEE2FE2E5}" type="presOf" srcId="{DCE4DF96-D44F-4FB3-B27F-4037E7028B25}" destId="{81682587-8739-45B7-AA8C-2531A30874A1}" srcOrd="0" destOrd="0" presId="urn:microsoft.com/office/officeart/2005/8/layout/vList2"/>
    <dgm:cxn modelId="{20ECA99C-999B-4A6C-9F42-2109CCA7F15A}" type="presParOf" srcId="{AFFED8CE-48EE-407F-8E36-A253A56C35AC}" destId="{5695B126-21BD-4FFC-917B-DBE9B6840CAC}" srcOrd="0" destOrd="0" presId="urn:microsoft.com/office/officeart/2005/8/layout/vList2"/>
    <dgm:cxn modelId="{E3D31A3E-0BEA-4B3B-A145-D620B625EBD6}" type="presParOf" srcId="{AFFED8CE-48EE-407F-8E36-A253A56C35AC}" destId="{74C242AE-DDBD-4D53-A491-4B8B4E3794DB}" srcOrd="1" destOrd="0" presId="urn:microsoft.com/office/officeart/2005/8/layout/vList2"/>
    <dgm:cxn modelId="{6DBB66BC-2C98-41A2-A5FA-709DE23DAA55}" type="presParOf" srcId="{AFFED8CE-48EE-407F-8E36-A253A56C35AC}" destId="{81682587-8739-45B7-AA8C-2531A30874A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2E10C8-B20B-4F29-B5A8-7695B86C611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A043DCA-56AD-4BDB-95C5-2C0DB0A0D455}">
      <dgm:prSet/>
      <dgm:spPr/>
      <dgm:t>
        <a:bodyPr/>
        <a:lstStyle/>
        <a:p>
          <a:r>
            <a:rPr lang="en-US"/>
            <a:t>• Identify sales trends across regions and time</a:t>
          </a:r>
        </a:p>
      </dgm:t>
    </dgm:pt>
    <dgm:pt modelId="{A690D55B-D37C-4035-A3A8-EB00B4772C6A}" type="parTrans" cxnId="{9F41935C-4508-4B69-BA2B-D7772052BEB2}">
      <dgm:prSet/>
      <dgm:spPr/>
      <dgm:t>
        <a:bodyPr/>
        <a:lstStyle/>
        <a:p>
          <a:endParaRPr lang="en-US"/>
        </a:p>
      </dgm:t>
    </dgm:pt>
    <dgm:pt modelId="{8A8432EC-6DF1-415C-B5B7-BF55271C338E}" type="sibTrans" cxnId="{9F41935C-4508-4B69-BA2B-D7772052BEB2}">
      <dgm:prSet/>
      <dgm:spPr/>
      <dgm:t>
        <a:bodyPr/>
        <a:lstStyle/>
        <a:p>
          <a:endParaRPr lang="en-US"/>
        </a:p>
      </dgm:t>
    </dgm:pt>
    <dgm:pt modelId="{4089BD57-B376-4184-AC67-F7C499014488}">
      <dgm:prSet/>
      <dgm:spPr/>
      <dgm:t>
        <a:bodyPr/>
        <a:lstStyle/>
        <a:p>
          <a:r>
            <a:rPr lang="en-US"/>
            <a:t>• Detect top‑performing and underperforming products</a:t>
          </a:r>
        </a:p>
      </dgm:t>
    </dgm:pt>
    <dgm:pt modelId="{5B801604-5E51-419F-92BE-E1C8B3F47022}" type="parTrans" cxnId="{26254E43-2733-4A38-AF15-0E7F4FD747E8}">
      <dgm:prSet/>
      <dgm:spPr/>
      <dgm:t>
        <a:bodyPr/>
        <a:lstStyle/>
        <a:p>
          <a:endParaRPr lang="en-US"/>
        </a:p>
      </dgm:t>
    </dgm:pt>
    <dgm:pt modelId="{71AE821D-3047-44AD-8F04-6A722D73A1B6}" type="sibTrans" cxnId="{26254E43-2733-4A38-AF15-0E7F4FD747E8}">
      <dgm:prSet/>
      <dgm:spPr/>
      <dgm:t>
        <a:bodyPr/>
        <a:lstStyle/>
        <a:p>
          <a:endParaRPr lang="en-US"/>
        </a:p>
      </dgm:t>
    </dgm:pt>
    <dgm:pt modelId="{63EDEBB4-AFFC-4B44-B498-429C3EF61F1A}">
      <dgm:prSet/>
      <dgm:spPr/>
      <dgm:t>
        <a:bodyPr/>
        <a:lstStyle/>
        <a:p>
          <a:r>
            <a:rPr lang="en-US"/>
            <a:t>• Analyze profitability</a:t>
          </a:r>
        </a:p>
      </dgm:t>
    </dgm:pt>
    <dgm:pt modelId="{CD54F71B-2E47-4615-ABE8-4772866A28F3}" type="parTrans" cxnId="{099D3E56-AA2D-4CE1-91B1-67F43350848F}">
      <dgm:prSet/>
      <dgm:spPr/>
      <dgm:t>
        <a:bodyPr/>
        <a:lstStyle/>
        <a:p>
          <a:endParaRPr lang="en-US"/>
        </a:p>
      </dgm:t>
    </dgm:pt>
    <dgm:pt modelId="{23D58AB1-195B-4E6F-9D73-B7A7D384C0A1}" type="sibTrans" cxnId="{099D3E56-AA2D-4CE1-91B1-67F43350848F}">
      <dgm:prSet/>
      <dgm:spPr/>
      <dgm:t>
        <a:bodyPr/>
        <a:lstStyle/>
        <a:p>
          <a:endParaRPr lang="en-US"/>
        </a:p>
      </dgm:t>
    </dgm:pt>
    <dgm:pt modelId="{E8ABF63D-7646-4781-8CA0-21B4937373A1}">
      <dgm:prSet/>
      <dgm:spPr/>
      <dgm:t>
        <a:bodyPr/>
        <a:lstStyle/>
        <a:p>
          <a:r>
            <a:rPr lang="en-US"/>
            <a:t>• Build interactive dashboards</a:t>
          </a:r>
        </a:p>
      </dgm:t>
    </dgm:pt>
    <dgm:pt modelId="{80F9CC83-A673-4EA4-89B8-D27F9E38E490}" type="parTrans" cxnId="{50C2358E-90A1-4570-91A2-2FB770409C85}">
      <dgm:prSet/>
      <dgm:spPr/>
      <dgm:t>
        <a:bodyPr/>
        <a:lstStyle/>
        <a:p>
          <a:endParaRPr lang="en-US"/>
        </a:p>
      </dgm:t>
    </dgm:pt>
    <dgm:pt modelId="{5992C91A-0AB2-43D6-9387-9B38151BE2AA}" type="sibTrans" cxnId="{50C2358E-90A1-4570-91A2-2FB770409C85}">
      <dgm:prSet/>
      <dgm:spPr/>
      <dgm:t>
        <a:bodyPr/>
        <a:lstStyle/>
        <a:p>
          <a:endParaRPr lang="en-US"/>
        </a:p>
      </dgm:t>
    </dgm:pt>
    <dgm:pt modelId="{55057E01-825A-41FA-B813-E08C181A0B2A}">
      <dgm:prSet/>
      <dgm:spPr/>
      <dgm:t>
        <a:bodyPr/>
        <a:lstStyle/>
        <a:p>
          <a:r>
            <a:rPr lang="en-US"/>
            <a:t>• Present business insights visually</a:t>
          </a:r>
        </a:p>
      </dgm:t>
    </dgm:pt>
    <dgm:pt modelId="{FB2B73ED-C2E4-452B-9888-F6A3CBB4AFAD}" type="parTrans" cxnId="{2E1EA050-B703-4D80-83F3-534CAEBC5B22}">
      <dgm:prSet/>
      <dgm:spPr/>
      <dgm:t>
        <a:bodyPr/>
        <a:lstStyle/>
        <a:p>
          <a:endParaRPr lang="en-US"/>
        </a:p>
      </dgm:t>
    </dgm:pt>
    <dgm:pt modelId="{52C2F8CF-F9D7-4171-A481-E1CF6EB628FD}" type="sibTrans" cxnId="{2E1EA050-B703-4D80-83F3-534CAEBC5B22}">
      <dgm:prSet/>
      <dgm:spPr/>
      <dgm:t>
        <a:bodyPr/>
        <a:lstStyle/>
        <a:p>
          <a:endParaRPr lang="en-US"/>
        </a:p>
      </dgm:t>
    </dgm:pt>
    <dgm:pt modelId="{FCDFB325-80C0-4951-A17E-B41F4775D892}" type="pres">
      <dgm:prSet presAssocID="{492E10C8-B20B-4F29-B5A8-7695B86C6117}" presName="root" presStyleCnt="0">
        <dgm:presLayoutVars>
          <dgm:dir/>
          <dgm:resizeHandles val="exact"/>
        </dgm:presLayoutVars>
      </dgm:prSet>
      <dgm:spPr/>
    </dgm:pt>
    <dgm:pt modelId="{83D52040-E326-4DAB-B0E0-0449C7F0E701}" type="pres">
      <dgm:prSet presAssocID="{7A043DCA-56AD-4BDB-95C5-2C0DB0A0D455}" presName="compNode" presStyleCnt="0"/>
      <dgm:spPr/>
    </dgm:pt>
    <dgm:pt modelId="{69D2DE44-5BC5-446F-8194-42833EC2AB88}" type="pres">
      <dgm:prSet presAssocID="{7A043DCA-56AD-4BDB-95C5-2C0DB0A0D455}" presName="bgRect" presStyleLbl="bgShp" presStyleIdx="0" presStyleCnt="5"/>
      <dgm:spPr/>
    </dgm:pt>
    <dgm:pt modelId="{8452DDA3-FCCC-473F-9FFF-C91C395203CF}" type="pres">
      <dgm:prSet presAssocID="{7A043DCA-56AD-4BDB-95C5-2C0DB0A0D45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54BE301E-1C8F-4929-BD2B-09D3C2E25F49}" type="pres">
      <dgm:prSet presAssocID="{7A043DCA-56AD-4BDB-95C5-2C0DB0A0D455}" presName="spaceRect" presStyleCnt="0"/>
      <dgm:spPr/>
    </dgm:pt>
    <dgm:pt modelId="{9CA9E7FF-2AAB-4005-B616-69514A0DEE31}" type="pres">
      <dgm:prSet presAssocID="{7A043DCA-56AD-4BDB-95C5-2C0DB0A0D455}" presName="parTx" presStyleLbl="revTx" presStyleIdx="0" presStyleCnt="5">
        <dgm:presLayoutVars>
          <dgm:chMax val="0"/>
          <dgm:chPref val="0"/>
        </dgm:presLayoutVars>
      </dgm:prSet>
      <dgm:spPr/>
    </dgm:pt>
    <dgm:pt modelId="{5760120C-1228-4048-ACF0-2D93FE7CDA77}" type="pres">
      <dgm:prSet presAssocID="{8A8432EC-6DF1-415C-B5B7-BF55271C338E}" presName="sibTrans" presStyleCnt="0"/>
      <dgm:spPr/>
    </dgm:pt>
    <dgm:pt modelId="{7D8E8DC2-6096-4785-8B46-1F48C3F16AC3}" type="pres">
      <dgm:prSet presAssocID="{4089BD57-B376-4184-AC67-F7C499014488}" presName="compNode" presStyleCnt="0"/>
      <dgm:spPr/>
    </dgm:pt>
    <dgm:pt modelId="{18985ECB-C38B-4A0F-9247-274556F4ED7E}" type="pres">
      <dgm:prSet presAssocID="{4089BD57-B376-4184-AC67-F7C499014488}" presName="bgRect" presStyleLbl="bgShp" presStyleIdx="1" presStyleCnt="5"/>
      <dgm:spPr/>
    </dgm:pt>
    <dgm:pt modelId="{4C5BAC74-B41D-4E90-93C5-8842F15AB6CC}" type="pres">
      <dgm:prSet presAssocID="{4089BD57-B376-4184-AC67-F7C49901448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9A52CB8D-13F2-4B67-9825-E3B7807D9E6B}" type="pres">
      <dgm:prSet presAssocID="{4089BD57-B376-4184-AC67-F7C499014488}" presName="spaceRect" presStyleCnt="0"/>
      <dgm:spPr/>
    </dgm:pt>
    <dgm:pt modelId="{3C98F6C6-4F5D-47E1-A353-D3D98BFAE80E}" type="pres">
      <dgm:prSet presAssocID="{4089BD57-B376-4184-AC67-F7C499014488}" presName="parTx" presStyleLbl="revTx" presStyleIdx="1" presStyleCnt="5">
        <dgm:presLayoutVars>
          <dgm:chMax val="0"/>
          <dgm:chPref val="0"/>
        </dgm:presLayoutVars>
      </dgm:prSet>
      <dgm:spPr/>
    </dgm:pt>
    <dgm:pt modelId="{1E41069D-9D50-4963-BF53-0CA9A99FAE90}" type="pres">
      <dgm:prSet presAssocID="{71AE821D-3047-44AD-8F04-6A722D73A1B6}" presName="sibTrans" presStyleCnt="0"/>
      <dgm:spPr/>
    </dgm:pt>
    <dgm:pt modelId="{9B2AA766-4762-4D77-902A-DA557FF1703B}" type="pres">
      <dgm:prSet presAssocID="{63EDEBB4-AFFC-4B44-B498-429C3EF61F1A}" presName="compNode" presStyleCnt="0"/>
      <dgm:spPr/>
    </dgm:pt>
    <dgm:pt modelId="{02007E4D-7635-4E8D-B50F-E8785FAC4CB9}" type="pres">
      <dgm:prSet presAssocID="{63EDEBB4-AFFC-4B44-B498-429C3EF61F1A}" presName="bgRect" presStyleLbl="bgShp" presStyleIdx="2" presStyleCnt="5"/>
      <dgm:spPr/>
    </dgm:pt>
    <dgm:pt modelId="{FF99C077-A9FA-4AB4-BB0F-5B024B64836B}" type="pres">
      <dgm:prSet presAssocID="{63EDEBB4-AFFC-4B44-B498-429C3EF61F1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B2316C5B-9CAD-459A-92F0-F411067D9407}" type="pres">
      <dgm:prSet presAssocID="{63EDEBB4-AFFC-4B44-B498-429C3EF61F1A}" presName="spaceRect" presStyleCnt="0"/>
      <dgm:spPr/>
    </dgm:pt>
    <dgm:pt modelId="{8F103B8F-300A-4D30-B822-FDEA556232D2}" type="pres">
      <dgm:prSet presAssocID="{63EDEBB4-AFFC-4B44-B498-429C3EF61F1A}" presName="parTx" presStyleLbl="revTx" presStyleIdx="2" presStyleCnt="5">
        <dgm:presLayoutVars>
          <dgm:chMax val="0"/>
          <dgm:chPref val="0"/>
        </dgm:presLayoutVars>
      </dgm:prSet>
      <dgm:spPr/>
    </dgm:pt>
    <dgm:pt modelId="{6BAB3DE0-8F0D-4766-9FD6-4A78491213BE}" type="pres">
      <dgm:prSet presAssocID="{23D58AB1-195B-4E6F-9D73-B7A7D384C0A1}" presName="sibTrans" presStyleCnt="0"/>
      <dgm:spPr/>
    </dgm:pt>
    <dgm:pt modelId="{A9767838-5587-43A3-9AE8-B5CD530AEF00}" type="pres">
      <dgm:prSet presAssocID="{E8ABF63D-7646-4781-8CA0-21B4937373A1}" presName="compNode" presStyleCnt="0"/>
      <dgm:spPr/>
    </dgm:pt>
    <dgm:pt modelId="{32C24AED-636E-423C-9B81-1960930C9494}" type="pres">
      <dgm:prSet presAssocID="{E8ABF63D-7646-4781-8CA0-21B4937373A1}" presName="bgRect" presStyleLbl="bgShp" presStyleIdx="3" presStyleCnt="5"/>
      <dgm:spPr/>
    </dgm:pt>
    <dgm:pt modelId="{9512C9EB-8997-41CF-9007-B02DF0C3ED10}" type="pres">
      <dgm:prSet presAssocID="{E8ABF63D-7646-4781-8CA0-21B4937373A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F3A2C8C7-03A2-4601-A3D8-F2B3494E5068}" type="pres">
      <dgm:prSet presAssocID="{E8ABF63D-7646-4781-8CA0-21B4937373A1}" presName="spaceRect" presStyleCnt="0"/>
      <dgm:spPr/>
    </dgm:pt>
    <dgm:pt modelId="{98A35A1E-900B-4C8E-BEB9-AAC0BC2DF640}" type="pres">
      <dgm:prSet presAssocID="{E8ABF63D-7646-4781-8CA0-21B4937373A1}" presName="parTx" presStyleLbl="revTx" presStyleIdx="3" presStyleCnt="5">
        <dgm:presLayoutVars>
          <dgm:chMax val="0"/>
          <dgm:chPref val="0"/>
        </dgm:presLayoutVars>
      </dgm:prSet>
      <dgm:spPr/>
    </dgm:pt>
    <dgm:pt modelId="{594A5BB4-09ED-456B-98A8-8638C11DF8F6}" type="pres">
      <dgm:prSet presAssocID="{5992C91A-0AB2-43D6-9387-9B38151BE2AA}" presName="sibTrans" presStyleCnt="0"/>
      <dgm:spPr/>
    </dgm:pt>
    <dgm:pt modelId="{9E2779BD-84A4-4F8B-9E18-9021E3A8B54E}" type="pres">
      <dgm:prSet presAssocID="{55057E01-825A-41FA-B813-E08C181A0B2A}" presName="compNode" presStyleCnt="0"/>
      <dgm:spPr/>
    </dgm:pt>
    <dgm:pt modelId="{EA2DDEDA-2FB6-4F06-8D93-57E06A1416CB}" type="pres">
      <dgm:prSet presAssocID="{55057E01-825A-41FA-B813-E08C181A0B2A}" presName="bgRect" presStyleLbl="bgShp" presStyleIdx="4" presStyleCnt="5"/>
      <dgm:spPr/>
    </dgm:pt>
    <dgm:pt modelId="{1848DC20-90CA-4690-917D-D9E89D113E52}" type="pres">
      <dgm:prSet presAssocID="{55057E01-825A-41FA-B813-E08C181A0B2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D2AA0906-3B88-4AFB-8DEC-3C2C70D0784E}" type="pres">
      <dgm:prSet presAssocID="{55057E01-825A-41FA-B813-E08C181A0B2A}" presName="spaceRect" presStyleCnt="0"/>
      <dgm:spPr/>
    </dgm:pt>
    <dgm:pt modelId="{45212D4C-034F-411A-9BB2-D5D43B5E059A}" type="pres">
      <dgm:prSet presAssocID="{55057E01-825A-41FA-B813-E08C181A0B2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DBAD033-4ED9-4B35-A2B6-48F9364E505F}" type="presOf" srcId="{63EDEBB4-AFFC-4B44-B498-429C3EF61F1A}" destId="{8F103B8F-300A-4D30-B822-FDEA556232D2}" srcOrd="0" destOrd="0" presId="urn:microsoft.com/office/officeart/2018/2/layout/IconVerticalSolidList"/>
    <dgm:cxn modelId="{9F41935C-4508-4B69-BA2B-D7772052BEB2}" srcId="{492E10C8-B20B-4F29-B5A8-7695B86C6117}" destId="{7A043DCA-56AD-4BDB-95C5-2C0DB0A0D455}" srcOrd="0" destOrd="0" parTransId="{A690D55B-D37C-4035-A3A8-EB00B4772C6A}" sibTransId="{8A8432EC-6DF1-415C-B5B7-BF55271C338E}"/>
    <dgm:cxn modelId="{8086BF60-8F70-422C-987D-01BC39DCEE0F}" type="presOf" srcId="{4089BD57-B376-4184-AC67-F7C499014488}" destId="{3C98F6C6-4F5D-47E1-A353-D3D98BFAE80E}" srcOrd="0" destOrd="0" presId="urn:microsoft.com/office/officeart/2018/2/layout/IconVerticalSolidList"/>
    <dgm:cxn modelId="{69B0A041-E541-4DA5-9838-9890F74E91DA}" type="presOf" srcId="{492E10C8-B20B-4F29-B5A8-7695B86C6117}" destId="{FCDFB325-80C0-4951-A17E-B41F4775D892}" srcOrd="0" destOrd="0" presId="urn:microsoft.com/office/officeart/2018/2/layout/IconVerticalSolidList"/>
    <dgm:cxn modelId="{26254E43-2733-4A38-AF15-0E7F4FD747E8}" srcId="{492E10C8-B20B-4F29-B5A8-7695B86C6117}" destId="{4089BD57-B376-4184-AC67-F7C499014488}" srcOrd="1" destOrd="0" parTransId="{5B801604-5E51-419F-92BE-E1C8B3F47022}" sibTransId="{71AE821D-3047-44AD-8F04-6A722D73A1B6}"/>
    <dgm:cxn modelId="{BED25247-586B-4E24-A1BB-C05207395F77}" type="presOf" srcId="{55057E01-825A-41FA-B813-E08C181A0B2A}" destId="{45212D4C-034F-411A-9BB2-D5D43B5E059A}" srcOrd="0" destOrd="0" presId="urn:microsoft.com/office/officeart/2018/2/layout/IconVerticalSolidList"/>
    <dgm:cxn modelId="{2E1EA050-B703-4D80-83F3-534CAEBC5B22}" srcId="{492E10C8-B20B-4F29-B5A8-7695B86C6117}" destId="{55057E01-825A-41FA-B813-E08C181A0B2A}" srcOrd="4" destOrd="0" parTransId="{FB2B73ED-C2E4-452B-9888-F6A3CBB4AFAD}" sibTransId="{52C2F8CF-F9D7-4171-A481-E1CF6EB628FD}"/>
    <dgm:cxn modelId="{099D3E56-AA2D-4CE1-91B1-67F43350848F}" srcId="{492E10C8-B20B-4F29-B5A8-7695B86C6117}" destId="{63EDEBB4-AFFC-4B44-B498-429C3EF61F1A}" srcOrd="2" destOrd="0" parTransId="{CD54F71B-2E47-4615-ABE8-4772866A28F3}" sibTransId="{23D58AB1-195B-4E6F-9D73-B7A7D384C0A1}"/>
    <dgm:cxn modelId="{50C2358E-90A1-4570-91A2-2FB770409C85}" srcId="{492E10C8-B20B-4F29-B5A8-7695B86C6117}" destId="{E8ABF63D-7646-4781-8CA0-21B4937373A1}" srcOrd="3" destOrd="0" parTransId="{80F9CC83-A673-4EA4-89B8-D27F9E38E490}" sibTransId="{5992C91A-0AB2-43D6-9387-9B38151BE2AA}"/>
    <dgm:cxn modelId="{060EBAC6-136D-4BDA-8023-AC7AFD126E69}" type="presOf" srcId="{7A043DCA-56AD-4BDB-95C5-2C0DB0A0D455}" destId="{9CA9E7FF-2AAB-4005-B616-69514A0DEE31}" srcOrd="0" destOrd="0" presId="urn:microsoft.com/office/officeart/2018/2/layout/IconVerticalSolidList"/>
    <dgm:cxn modelId="{618013E8-26D6-423D-8AA1-01651A1C5D4D}" type="presOf" srcId="{E8ABF63D-7646-4781-8CA0-21B4937373A1}" destId="{98A35A1E-900B-4C8E-BEB9-AAC0BC2DF640}" srcOrd="0" destOrd="0" presId="urn:microsoft.com/office/officeart/2018/2/layout/IconVerticalSolidList"/>
    <dgm:cxn modelId="{E5C5A1D6-A6F2-41A2-A5EF-1B0452012D22}" type="presParOf" srcId="{FCDFB325-80C0-4951-A17E-B41F4775D892}" destId="{83D52040-E326-4DAB-B0E0-0449C7F0E701}" srcOrd="0" destOrd="0" presId="urn:microsoft.com/office/officeart/2018/2/layout/IconVerticalSolidList"/>
    <dgm:cxn modelId="{83E1804C-3E40-4FE0-ADC5-74C7D03BD4B6}" type="presParOf" srcId="{83D52040-E326-4DAB-B0E0-0449C7F0E701}" destId="{69D2DE44-5BC5-446F-8194-42833EC2AB88}" srcOrd="0" destOrd="0" presId="urn:microsoft.com/office/officeart/2018/2/layout/IconVerticalSolidList"/>
    <dgm:cxn modelId="{3F9735A1-5456-4E52-8380-627872B4440E}" type="presParOf" srcId="{83D52040-E326-4DAB-B0E0-0449C7F0E701}" destId="{8452DDA3-FCCC-473F-9FFF-C91C395203CF}" srcOrd="1" destOrd="0" presId="urn:microsoft.com/office/officeart/2018/2/layout/IconVerticalSolidList"/>
    <dgm:cxn modelId="{FA30A7D5-7220-4D93-8207-B10ADA604224}" type="presParOf" srcId="{83D52040-E326-4DAB-B0E0-0449C7F0E701}" destId="{54BE301E-1C8F-4929-BD2B-09D3C2E25F49}" srcOrd="2" destOrd="0" presId="urn:microsoft.com/office/officeart/2018/2/layout/IconVerticalSolidList"/>
    <dgm:cxn modelId="{1B5D6CFD-B092-444B-9ABF-9FA0DDA6980C}" type="presParOf" srcId="{83D52040-E326-4DAB-B0E0-0449C7F0E701}" destId="{9CA9E7FF-2AAB-4005-B616-69514A0DEE31}" srcOrd="3" destOrd="0" presId="urn:microsoft.com/office/officeart/2018/2/layout/IconVerticalSolidList"/>
    <dgm:cxn modelId="{A2AD435B-A259-4306-8160-15F31798EFA8}" type="presParOf" srcId="{FCDFB325-80C0-4951-A17E-B41F4775D892}" destId="{5760120C-1228-4048-ACF0-2D93FE7CDA77}" srcOrd="1" destOrd="0" presId="urn:microsoft.com/office/officeart/2018/2/layout/IconVerticalSolidList"/>
    <dgm:cxn modelId="{5F8B9B70-CD9F-48F9-B5B9-97A7CB788484}" type="presParOf" srcId="{FCDFB325-80C0-4951-A17E-B41F4775D892}" destId="{7D8E8DC2-6096-4785-8B46-1F48C3F16AC3}" srcOrd="2" destOrd="0" presId="urn:microsoft.com/office/officeart/2018/2/layout/IconVerticalSolidList"/>
    <dgm:cxn modelId="{3F3F4A38-1202-4D9A-9A42-94042E27DBE0}" type="presParOf" srcId="{7D8E8DC2-6096-4785-8B46-1F48C3F16AC3}" destId="{18985ECB-C38B-4A0F-9247-274556F4ED7E}" srcOrd="0" destOrd="0" presId="urn:microsoft.com/office/officeart/2018/2/layout/IconVerticalSolidList"/>
    <dgm:cxn modelId="{55D35A9D-1DDF-4817-8FCD-8A1BE65426A8}" type="presParOf" srcId="{7D8E8DC2-6096-4785-8B46-1F48C3F16AC3}" destId="{4C5BAC74-B41D-4E90-93C5-8842F15AB6CC}" srcOrd="1" destOrd="0" presId="urn:microsoft.com/office/officeart/2018/2/layout/IconVerticalSolidList"/>
    <dgm:cxn modelId="{31E1CFD2-1CAD-466D-8D16-6BC208151A3F}" type="presParOf" srcId="{7D8E8DC2-6096-4785-8B46-1F48C3F16AC3}" destId="{9A52CB8D-13F2-4B67-9825-E3B7807D9E6B}" srcOrd="2" destOrd="0" presId="urn:microsoft.com/office/officeart/2018/2/layout/IconVerticalSolidList"/>
    <dgm:cxn modelId="{7746F346-A6BC-4A90-A5CD-215C2C33D9B6}" type="presParOf" srcId="{7D8E8DC2-6096-4785-8B46-1F48C3F16AC3}" destId="{3C98F6C6-4F5D-47E1-A353-D3D98BFAE80E}" srcOrd="3" destOrd="0" presId="urn:microsoft.com/office/officeart/2018/2/layout/IconVerticalSolidList"/>
    <dgm:cxn modelId="{A4A48D74-B817-4F9F-B693-801538692C56}" type="presParOf" srcId="{FCDFB325-80C0-4951-A17E-B41F4775D892}" destId="{1E41069D-9D50-4963-BF53-0CA9A99FAE90}" srcOrd="3" destOrd="0" presId="urn:microsoft.com/office/officeart/2018/2/layout/IconVerticalSolidList"/>
    <dgm:cxn modelId="{3C2D10ED-FE90-4B6A-B1CA-D31B476EE3DF}" type="presParOf" srcId="{FCDFB325-80C0-4951-A17E-B41F4775D892}" destId="{9B2AA766-4762-4D77-902A-DA557FF1703B}" srcOrd="4" destOrd="0" presId="urn:microsoft.com/office/officeart/2018/2/layout/IconVerticalSolidList"/>
    <dgm:cxn modelId="{DA63A387-D7D6-477C-BE88-B159EA04416D}" type="presParOf" srcId="{9B2AA766-4762-4D77-902A-DA557FF1703B}" destId="{02007E4D-7635-4E8D-B50F-E8785FAC4CB9}" srcOrd="0" destOrd="0" presId="urn:microsoft.com/office/officeart/2018/2/layout/IconVerticalSolidList"/>
    <dgm:cxn modelId="{92E572B5-B096-4409-96F0-9262C60AB5C3}" type="presParOf" srcId="{9B2AA766-4762-4D77-902A-DA557FF1703B}" destId="{FF99C077-A9FA-4AB4-BB0F-5B024B64836B}" srcOrd="1" destOrd="0" presId="urn:microsoft.com/office/officeart/2018/2/layout/IconVerticalSolidList"/>
    <dgm:cxn modelId="{25AF7220-A09F-4C1C-9196-F76B71A0AAC9}" type="presParOf" srcId="{9B2AA766-4762-4D77-902A-DA557FF1703B}" destId="{B2316C5B-9CAD-459A-92F0-F411067D9407}" srcOrd="2" destOrd="0" presId="urn:microsoft.com/office/officeart/2018/2/layout/IconVerticalSolidList"/>
    <dgm:cxn modelId="{33522951-FC7A-4653-B12A-4645FCFC30E0}" type="presParOf" srcId="{9B2AA766-4762-4D77-902A-DA557FF1703B}" destId="{8F103B8F-300A-4D30-B822-FDEA556232D2}" srcOrd="3" destOrd="0" presId="urn:microsoft.com/office/officeart/2018/2/layout/IconVerticalSolidList"/>
    <dgm:cxn modelId="{9856B2AF-D4C5-4EF9-8187-FAC572F3D083}" type="presParOf" srcId="{FCDFB325-80C0-4951-A17E-B41F4775D892}" destId="{6BAB3DE0-8F0D-4766-9FD6-4A78491213BE}" srcOrd="5" destOrd="0" presId="urn:microsoft.com/office/officeart/2018/2/layout/IconVerticalSolidList"/>
    <dgm:cxn modelId="{087B5C2B-3571-489F-94E6-96AF532E593C}" type="presParOf" srcId="{FCDFB325-80C0-4951-A17E-B41F4775D892}" destId="{A9767838-5587-43A3-9AE8-B5CD530AEF00}" srcOrd="6" destOrd="0" presId="urn:microsoft.com/office/officeart/2018/2/layout/IconVerticalSolidList"/>
    <dgm:cxn modelId="{49E06B7E-7A36-4E16-B5D4-C882267729D1}" type="presParOf" srcId="{A9767838-5587-43A3-9AE8-B5CD530AEF00}" destId="{32C24AED-636E-423C-9B81-1960930C9494}" srcOrd="0" destOrd="0" presId="urn:microsoft.com/office/officeart/2018/2/layout/IconVerticalSolidList"/>
    <dgm:cxn modelId="{5F4B77B8-9E7F-4DC9-B49D-7E2A1AC2E5A7}" type="presParOf" srcId="{A9767838-5587-43A3-9AE8-B5CD530AEF00}" destId="{9512C9EB-8997-41CF-9007-B02DF0C3ED10}" srcOrd="1" destOrd="0" presId="urn:microsoft.com/office/officeart/2018/2/layout/IconVerticalSolidList"/>
    <dgm:cxn modelId="{1D068CFE-1645-4F71-A303-85B74482DAA6}" type="presParOf" srcId="{A9767838-5587-43A3-9AE8-B5CD530AEF00}" destId="{F3A2C8C7-03A2-4601-A3D8-F2B3494E5068}" srcOrd="2" destOrd="0" presId="urn:microsoft.com/office/officeart/2018/2/layout/IconVerticalSolidList"/>
    <dgm:cxn modelId="{30D756C2-A86A-4C4E-8D4C-D302BF962EB9}" type="presParOf" srcId="{A9767838-5587-43A3-9AE8-B5CD530AEF00}" destId="{98A35A1E-900B-4C8E-BEB9-AAC0BC2DF640}" srcOrd="3" destOrd="0" presId="urn:microsoft.com/office/officeart/2018/2/layout/IconVerticalSolidList"/>
    <dgm:cxn modelId="{8DDCFA48-D988-45B4-B3B9-69423994C4D9}" type="presParOf" srcId="{FCDFB325-80C0-4951-A17E-B41F4775D892}" destId="{594A5BB4-09ED-456B-98A8-8638C11DF8F6}" srcOrd="7" destOrd="0" presId="urn:microsoft.com/office/officeart/2018/2/layout/IconVerticalSolidList"/>
    <dgm:cxn modelId="{1AE57A77-5C3C-4296-BA7B-A4C0A38A73E9}" type="presParOf" srcId="{FCDFB325-80C0-4951-A17E-B41F4775D892}" destId="{9E2779BD-84A4-4F8B-9E18-9021E3A8B54E}" srcOrd="8" destOrd="0" presId="urn:microsoft.com/office/officeart/2018/2/layout/IconVerticalSolidList"/>
    <dgm:cxn modelId="{A4D477C5-CD08-4EDA-B57E-8EDFEB0AD1FF}" type="presParOf" srcId="{9E2779BD-84A4-4F8B-9E18-9021E3A8B54E}" destId="{EA2DDEDA-2FB6-4F06-8D93-57E06A1416CB}" srcOrd="0" destOrd="0" presId="urn:microsoft.com/office/officeart/2018/2/layout/IconVerticalSolidList"/>
    <dgm:cxn modelId="{534CB495-831A-4DBE-ABB7-65E7B7CD7B12}" type="presParOf" srcId="{9E2779BD-84A4-4F8B-9E18-9021E3A8B54E}" destId="{1848DC20-90CA-4690-917D-D9E89D113E52}" srcOrd="1" destOrd="0" presId="urn:microsoft.com/office/officeart/2018/2/layout/IconVerticalSolidList"/>
    <dgm:cxn modelId="{89E56770-9414-4A4E-A83D-E495C38A77B1}" type="presParOf" srcId="{9E2779BD-84A4-4F8B-9E18-9021E3A8B54E}" destId="{D2AA0906-3B88-4AFB-8DEC-3C2C70D0784E}" srcOrd="2" destOrd="0" presId="urn:microsoft.com/office/officeart/2018/2/layout/IconVerticalSolidList"/>
    <dgm:cxn modelId="{AE754FC0-674D-412F-81F1-E68E1B8F53E4}" type="presParOf" srcId="{9E2779BD-84A4-4F8B-9E18-9021E3A8B54E}" destId="{45212D4C-034F-411A-9BB2-D5D43B5E05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62A788-5C53-4C81-9F23-DBFA557E980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8074E6-0330-445A-BD91-E37F5EF0E654}">
      <dgm:prSet/>
      <dgm:spPr/>
      <dgm:t>
        <a:bodyPr/>
        <a:lstStyle/>
        <a:p>
          <a:r>
            <a:rPr lang="en-US"/>
            <a:t>The dataset contains online retail transactions, including:</a:t>
          </a:r>
        </a:p>
      </dgm:t>
    </dgm:pt>
    <dgm:pt modelId="{F3463CAC-C255-423C-A311-DEAFF0A96C7F}" type="parTrans" cxnId="{18795FC7-4F7D-49EC-8CEC-302ADBD1835B}">
      <dgm:prSet/>
      <dgm:spPr/>
      <dgm:t>
        <a:bodyPr/>
        <a:lstStyle/>
        <a:p>
          <a:endParaRPr lang="en-US"/>
        </a:p>
      </dgm:t>
    </dgm:pt>
    <dgm:pt modelId="{821D162B-D64E-4EEA-9B50-2981734EF299}" type="sibTrans" cxnId="{18795FC7-4F7D-49EC-8CEC-302ADBD1835B}">
      <dgm:prSet/>
      <dgm:spPr/>
      <dgm:t>
        <a:bodyPr/>
        <a:lstStyle/>
        <a:p>
          <a:endParaRPr lang="en-US"/>
        </a:p>
      </dgm:t>
    </dgm:pt>
    <dgm:pt modelId="{7C6B4EE1-CFE3-4C60-8313-F215C95B8722}">
      <dgm:prSet/>
      <dgm:spPr/>
      <dgm:t>
        <a:bodyPr/>
        <a:lstStyle/>
        <a:p>
          <a:r>
            <a:rPr lang="en-US"/>
            <a:t>• Order Date</a:t>
          </a:r>
        </a:p>
      </dgm:t>
    </dgm:pt>
    <dgm:pt modelId="{CFD73991-DDD9-4542-90D9-A20B6FBABB03}" type="parTrans" cxnId="{FBA45C62-2AB0-4839-B5A5-81304A4EEC45}">
      <dgm:prSet/>
      <dgm:spPr/>
      <dgm:t>
        <a:bodyPr/>
        <a:lstStyle/>
        <a:p>
          <a:endParaRPr lang="en-US"/>
        </a:p>
      </dgm:t>
    </dgm:pt>
    <dgm:pt modelId="{1DBFDF19-FEB6-4C31-85C1-95125273E8C7}" type="sibTrans" cxnId="{FBA45C62-2AB0-4839-B5A5-81304A4EEC45}">
      <dgm:prSet/>
      <dgm:spPr/>
      <dgm:t>
        <a:bodyPr/>
        <a:lstStyle/>
        <a:p>
          <a:endParaRPr lang="en-US"/>
        </a:p>
      </dgm:t>
    </dgm:pt>
    <dgm:pt modelId="{6F56D4A1-E2E4-46CB-81D7-AB560FEB9BD2}">
      <dgm:prSet/>
      <dgm:spPr/>
      <dgm:t>
        <a:bodyPr/>
        <a:lstStyle/>
        <a:p>
          <a:r>
            <a:rPr lang="en-US"/>
            <a:t>• Region / Country</a:t>
          </a:r>
        </a:p>
      </dgm:t>
    </dgm:pt>
    <dgm:pt modelId="{D0DA7587-C93F-4A43-AE45-BBD1708F857B}" type="parTrans" cxnId="{31957DDC-9057-4A12-8A2F-9524CFFE49F6}">
      <dgm:prSet/>
      <dgm:spPr/>
      <dgm:t>
        <a:bodyPr/>
        <a:lstStyle/>
        <a:p>
          <a:endParaRPr lang="en-US"/>
        </a:p>
      </dgm:t>
    </dgm:pt>
    <dgm:pt modelId="{22C8AA51-A4B2-4CFD-9632-F479771FE8A0}" type="sibTrans" cxnId="{31957DDC-9057-4A12-8A2F-9524CFFE49F6}">
      <dgm:prSet/>
      <dgm:spPr/>
      <dgm:t>
        <a:bodyPr/>
        <a:lstStyle/>
        <a:p>
          <a:endParaRPr lang="en-US"/>
        </a:p>
      </dgm:t>
    </dgm:pt>
    <dgm:pt modelId="{C1927E68-AFC0-4405-91C4-F531E4FB9F2A}">
      <dgm:prSet/>
      <dgm:spPr/>
      <dgm:t>
        <a:bodyPr/>
        <a:lstStyle/>
        <a:p>
          <a:r>
            <a:rPr lang="en-US"/>
            <a:t>• Products</a:t>
          </a:r>
        </a:p>
      </dgm:t>
    </dgm:pt>
    <dgm:pt modelId="{F2278C46-D6AE-4A59-BAAE-B8A0187A64DB}" type="parTrans" cxnId="{529F5562-A88E-4B9F-BDCE-F3DB8410E52B}">
      <dgm:prSet/>
      <dgm:spPr/>
      <dgm:t>
        <a:bodyPr/>
        <a:lstStyle/>
        <a:p>
          <a:endParaRPr lang="en-US"/>
        </a:p>
      </dgm:t>
    </dgm:pt>
    <dgm:pt modelId="{46A4CE40-ED10-428E-B065-112B3B70F47E}" type="sibTrans" cxnId="{529F5562-A88E-4B9F-BDCE-F3DB8410E52B}">
      <dgm:prSet/>
      <dgm:spPr/>
      <dgm:t>
        <a:bodyPr/>
        <a:lstStyle/>
        <a:p>
          <a:endParaRPr lang="en-US"/>
        </a:p>
      </dgm:t>
    </dgm:pt>
    <dgm:pt modelId="{3EA0A487-3912-4FBC-928A-539D2492D4C5}">
      <dgm:prSet/>
      <dgm:spPr/>
      <dgm:t>
        <a:bodyPr/>
        <a:lstStyle/>
        <a:p>
          <a:r>
            <a:rPr lang="en-US"/>
            <a:t>• Quantity Sold</a:t>
          </a:r>
        </a:p>
      </dgm:t>
    </dgm:pt>
    <dgm:pt modelId="{BBC3016E-F023-4FCC-95AB-D84523C101BC}" type="parTrans" cxnId="{07E81B5C-6855-4552-9197-52F00CACE0E8}">
      <dgm:prSet/>
      <dgm:spPr/>
      <dgm:t>
        <a:bodyPr/>
        <a:lstStyle/>
        <a:p>
          <a:endParaRPr lang="en-US"/>
        </a:p>
      </dgm:t>
    </dgm:pt>
    <dgm:pt modelId="{AC3B85AC-FA0A-4D9D-A5A9-C2DD877FF8F6}" type="sibTrans" cxnId="{07E81B5C-6855-4552-9197-52F00CACE0E8}">
      <dgm:prSet/>
      <dgm:spPr/>
      <dgm:t>
        <a:bodyPr/>
        <a:lstStyle/>
        <a:p>
          <a:endParaRPr lang="en-US"/>
        </a:p>
      </dgm:t>
    </dgm:pt>
    <dgm:pt modelId="{8AAAE6E2-299E-4C70-B1C2-9CA1B2B51CF9}">
      <dgm:prSet/>
      <dgm:spPr/>
      <dgm:t>
        <a:bodyPr/>
        <a:lstStyle/>
        <a:p>
          <a:r>
            <a:rPr lang="en-US"/>
            <a:t>• Sales Revenue</a:t>
          </a:r>
        </a:p>
      </dgm:t>
    </dgm:pt>
    <dgm:pt modelId="{83FF9A63-248B-4B0A-A668-C9DE0F5CF30B}" type="parTrans" cxnId="{C11A6514-B9C6-42F5-A3DB-17931B42B8BD}">
      <dgm:prSet/>
      <dgm:spPr/>
      <dgm:t>
        <a:bodyPr/>
        <a:lstStyle/>
        <a:p>
          <a:endParaRPr lang="en-US"/>
        </a:p>
      </dgm:t>
    </dgm:pt>
    <dgm:pt modelId="{835EB165-9D00-4945-9A83-BF73D544E819}" type="sibTrans" cxnId="{C11A6514-B9C6-42F5-A3DB-17931B42B8BD}">
      <dgm:prSet/>
      <dgm:spPr/>
      <dgm:t>
        <a:bodyPr/>
        <a:lstStyle/>
        <a:p>
          <a:endParaRPr lang="en-US"/>
        </a:p>
      </dgm:t>
    </dgm:pt>
    <dgm:pt modelId="{9FAA09AB-A0E9-4935-8830-A85BBA78D12A}">
      <dgm:prSet/>
      <dgm:spPr/>
      <dgm:t>
        <a:bodyPr/>
        <a:lstStyle/>
        <a:p>
          <a:r>
            <a:rPr lang="en-US"/>
            <a:t>• Cost</a:t>
          </a:r>
        </a:p>
      </dgm:t>
    </dgm:pt>
    <dgm:pt modelId="{896DA217-58B1-4589-8F50-608B33CE7218}" type="parTrans" cxnId="{57E1E984-4AAF-481B-A9E5-4D300F6E1C73}">
      <dgm:prSet/>
      <dgm:spPr/>
      <dgm:t>
        <a:bodyPr/>
        <a:lstStyle/>
        <a:p>
          <a:endParaRPr lang="en-US"/>
        </a:p>
      </dgm:t>
    </dgm:pt>
    <dgm:pt modelId="{BDF63D99-5B71-460F-B2D9-A57483D8427F}" type="sibTrans" cxnId="{57E1E984-4AAF-481B-A9E5-4D300F6E1C73}">
      <dgm:prSet/>
      <dgm:spPr/>
      <dgm:t>
        <a:bodyPr/>
        <a:lstStyle/>
        <a:p>
          <a:endParaRPr lang="en-US"/>
        </a:p>
      </dgm:t>
    </dgm:pt>
    <dgm:pt modelId="{AE79B195-71D0-4FE1-B8E7-F4453DE72DF1}">
      <dgm:prSet/>
      <dgm:spPr/>
      <dgm:t>
        <a:bodyPr/>
        <a:lstStyle/>
        <a:p>
          <a:r>
            <a:rPr lang="en-US"/>
            <a:t>• Profit</a:t>
          </a:r>
        </a:p>
      </dgm:t>
    </dgm:pt>
    <dgm:pt modelId="{AD6D41E5-2378-4A8D-8A0E-1C2BA4924540}" type="parTrans" cxnId="{DCE0CB5D-D410-4978-A73C-F59A48EA4896}">
      <dgm:prSet/>
      <dgm:spPr/>
      <dgm:t>
        <a:bodyPr/>
        <a:lstStyle/>
        <a:p>
          <a:endParaRPr lang="en-US"/>
        </a:p>
      </dgm:t>
    </dgm:pt>
    <dgm:pt modelId="{64820FFE-BEB5-4358-BB00-E0F22B38DEEA}" type="sibTrans" cxnId="{DCE0CB5D-D410-4978-A73C-F59A48EA4896}">
      <dgm:prSet/>
      <dgm:spPr/>
      <dgm:t>
        <a:bodyPr/>
        <a:lstStyle/>
        <a:p>
          <a:endParaRPr lang="en-US"/>
        </a:p>
      </dgm:t>
    </dgm:pt>
    <dgm:pt modelId="{16009274-5D7C-4746-89E2-9D7E890752ED}" type="pres">
      <dgm:prSet presAssocID="{F762A788-5C53-4C81-9F23-DBFA557E9805}" presName="vert0" presStyleCnt="0">
        <dgm:presLayoutVars>
          <dgm:dir/>
          <dgm:animOne val="branch"/>
          <dgm:animLvl val="lvl"/>
        </dgm:presLayoutVars>
      </dgm:prSet>
      <dgm:spPr/>
    </dgm:pt>
    <dgm:pt modelId="{1C9775CF-6871-4DAB-BCC9-9DC0B8D41AEC}" type="pres">
      <dgm:prSet presAssocID="{878074E6-0330-445A-BD91-E37F5EF0E654}" presName="thickLine" presStyleLbl="alignNode1" presStyleIdx="0" presStyleCnt="8"/>
      <dgm:spPr/>
    </dgm:pt>
    <dgm:pt modelId="{CFCEE815-127A-498A-BA53-5B384DD91921}" type="pres">
      <dgm:prSet presAssocID="{878074E6-0330-445A-BD91-E37F5EF0E654}" presName="horz1" presStyleCnt="0"/>
      <dgm:spPr/>
    </dgm:pt>
    <dgm:pt modelId="{F7B3EAF3-3971-4FE6-B29A-554822E1461E}" type="pres">
      <dgm:prSet presAssocID="{878074E6-0330-445A-BD91-E37F5EF0E654}" presName="tx1" presStyleLbl="revTx" presStyleIdx="0" presStyleCnt="8"/>
      <dgm:spPr/>
    </dgm:pt>
    <dgm:pt modelId="{712AC4F6-C9DF-4D58-92D1-F9A03104C502}" type="pres">
      <dgm:prSet presAssocID="{878074E6-0330-445A-BD91-E37F5EF0E654}" presName="vert1" presStyleCnt="0"/>
      <dgm:spPr/>
    </dgm:pt>
    <dgm:pt modelId="{A02A4ECD-5D77-44F9-AA5A-DD0A7BE9D02D}" type="pres">
      <dgm:prSet presAssocID="{7C6B4EE1-CFE3-4C60-8313-F215C95B8722}" presName="thickLine" presStyleLbl="alignNode1" presStyleIdx="1" presStyleCnt="8"/>
      <dgm:spPr/>
    </dgm:pt>
    <dgm:pt modelId="{90E13479-85D7-45A7-A32A-8684796A5EE1}" type="pres">
      <dgm:prSet presAssocID="{7C6B4EE1-CFE3-4C60-8313-F215C95B8722}" presName="horz1" presStyleCnt="0"/>
      <dgm:spPr/>
    </dgm:pt>
    <dgm:pt modelId="{6C95E0EC-B344-4129-85AA-ADE35AFD64A9}" type="pres">
      <dgm:prSet presAssocID="{7C6B4EE1-CFE3-4C60-8313-F215C95B8722}" presName="tx1" presStyleLbl="revTx" presStyleIdx="1" presStyleCnt="8"/>
      <dgm:spPr/>
    </dgm:pt>
    <dgm:pt modelId="{B9B6FDE2-3D91-4DD4-B243-B1F7F660067E}" type="pres">
      <dgm:prSet presAssocID="{7C6B4EE1-CFE3-4C60-8313-F215C95B8722}" presName="vert1" presStyleCnt="0"/>
      <dgm:spPr/>
    </dgm:pt>
    <dgm:pt modelId="{D16079B1-D1CC-426E-9FA6-24E8E8771584}" type="pres">
      <dgm:prSet presAssocID="{6F56D4A1-E2E4-46CB-81D7-AB560FEB9BD2}" presName="thickLine" presStyleLbl="alignNode1" presStyleIdx="2" presStyleCnt="8"/>
      <dgm:spPr/>
    </dgm:pt>
    <dgm:pt modelId="{F7B517E3-74E6-4400-82EA-77CF0A7569EB}" type="pres">
      <dgm:prSet presAssocID="{6F56D4A1-E2E4-46CB-81D7-AB560FEB9BD2}" presName="horz1" presStyleCnt="0"/>
      <dgm:spPr/>
    </dgm:pt>
    <dgm:pt modelId="{370683BF-B375-49C4-8BBE-3DC1DC8F1C48}" type="pres">
      <dgm:prSet presAssocID="{6F56D4A1-E2E4-46CB-81D7-AB560FEB9BD2}" presName="tx1" presStyleLbl="revTx" presStyleIdx="2" presStyleCnt="8"/>
      <dgm:spPr/>
    </dgm:pt>
    <dgm:pt modelId="{11614E99-5382-4FAB-9B45-CC91677FF644}" type="pres">
      <dgm:prSet presAssocID="{6F56D4A1-E2E4-46CB-81D7-AB560FEB9BD2}" presName="vert1" presStyleCnt="0"/>
      <dgm:spPr/>
    </dgm:pt>
    <dgm:pt modelId="{2AA696A5-C455-4DF8-8FE5-8105DCAF09A8}" type="pres">
      <dgm:prSet presAssocID="{C1927E68-AFC0-4405-91C4-F531E4FB9F2A}" presName="thickLine" presStyleLbl="alignNode1" presStyleIdx="3" presStyleCnt="8"/>
      <dgm:spPr/>
    </dgm:pt>
    <dgm:pt modelId="{10E02982-C14A-474E-BD72-C4B5CBCB6F8C}" type="pres">
      <dgm:prSet presAssocID="{C1927E68-AFC0-4405-91C4-F531E4FB9F2A}" presName="horz1" presStyleCnt="0"/>
      <dgm:spPr/>
    </dgm:pt>
    <dgm:pt modelId="{4CE273B3-5146-441F-8F52-ED9785F25430}" type="pres">
      <dgm:prSet presAssocID="{C1927E68-AFC0-4405-91C4-F531E4FB9F2A}" presName="tx1" presStyleLbl="revTx" presStyleIdx="3" presStyleCnt="8"/>
      <dgm:spPr/>
    </dgm:pt>
    <dgm:pt modelId="{E8C8FAED-0221-47BA-962D-815CBF21D844}" type="pres">
      <dgm:prSet presAssocID="{C1927E68-AFC0-4405-91C4-F531E4FB9F2A}" presName="vert1" presStyleCnt="0"/>
      <dgm:spPr/>
    </dgm:pt>
    <dgm:pt modelId="{FC09D951-A594-405A-9A13-10D466BAC66D}" type="pres">
      <dgm:prSet presAssocID="{3EA0A487-3912-4FBC-928A-539D2492D4C5}" presName="thickLine" presStyleLbl="alignNode1" presStyleIdx="4" presStyleCnt="8"/>
      <dgm:spPr/>
    </dgm:pt>
    <dgm:pt modelId="{E551968C-A72C-4237-A737-684FD26AACB3}" type="pres">
      <dgm:prSet presAssocID="{3EA0A487-3912-4FBC-928A-539D2492D4C5}" presName="horz1" presStyleCnt="0"/>
      <dgm:spPr/>
    </dgm:pt>
    <dgm:pt modelId="{5E45B2A4-BA72-4617-85DA-70D5AC341ECE}" type="pres">
      <dgm:prSet presAssocID="{3EA0A487-3912-4FBC-928A-539D2492D4C5}" presName="tx1" presStyleLbl="revTx" presStyleIdx="4" presStyleCnt="8"/>
      <dgm:spPr/>
    </dgm:pt>
    <dgm:pt modelId="{49AFB40A-5EA6-4D7E-8CB4-A6EB34585675}" type="pres">
      <dgm:prSet presAssocID="{3EA0A487-3912-4FBC-928A-539D2492D4C5}" presName="vert1" presStyleCnt="0"/>
      <dgm:spPr/>
    </dgm:pt>
    <dgm:pt modelId="{ED74C348-524F-4950-85A8-9AAE3F0C6452}" type="pres">
      <dgm:prSet presAssocID="{8AAAE6E2-299E-4C70-B1C2-9CA1B2B51CF9}" presName="thickLine" presStyleLbl="alignNode1" presStyleIdx="5" presStyleCnt="8"/>
      <dgm:spPr/>
    </dgm:pt>
    <dgm:pt modelId="{5DC1D078-E493-49CA-95D7-5BB32E6B2165}" type="pres">
      <dgm:prSet presAssocID="{8AAAE6E2-299E-4C70-B1C2-9CA1B2B51CF9}" presName="horz1" presStyleCnt="0"/>
      <dgm:spPr/>
    </dgm:pt>
    <dgm:pt modelId="{E635A6EC-1C0A-4EC8-9527-41F3C3A3C326}" type="pres">
      <dgm:prSet presAssocID="{8AAAE6E2-299E-4C70-B1C2-9CA1B2B51CF9}" presName="tx1" presStyleLbl="revTx" presStyleIdx="5" presStyleCnt="8"/>
      <dgm:spPr/>
    </dgm:pt>
    <dgm:pt modelId="{4A219451-43B8-41A5-B14F-3D004B30AC54}" type="pres">
      <dgm:prSet presAssocID="{8AAAE6E2-299E-4C70-B1C2-9CA1B2B51CF9}" presName="vert1" presStyleCnt="0"/>
      <dgm:spPr/>
    </dgm:pt>
    <dgm:pt modelId="{AA851222-AD4D-43D0-A63F-6862BAAE14CB}" type="pres">
      <dgm:prSet presAssocID="{9FAA09AB-A0E9-4935-8830-A85BBA78D12A}" presName="thickLine" presStyleLbl="alignNode1" presStyleIdx="6" presStyleCnt="8"/>
      <dgm:spPr/>
    </dgm:pt>
    <dgm:pt modelId="{61C2DF5B-479B-404E-BD23-551FACA45D2E}" type="pres">
      <dgm:prSet presAssocID="{9FAA09AB-A0E9-4935-8830-A85BBA78D12A}" presName="horz1" presStyleCnt="0"/>
      <dgm:spPr/>
    </dgm:pt>
    <dgm:pt modelId="{FF46A0F3-8EDC-440A-BAB3-975BDFED7605}" type="pres">
      <dgm:prSet presAssocID="{9FAA09AB-A0E9-4935-8830-A85BBA78D12A}" presName="tx1" presStyleLbl="revTx" presStyleIdx="6" presStyleCnt="8"/>
      <dgm:spPr/>
    </dgm:pt>
    <dgm:pt modelId="{5F0781EB-CDF3-4AA7-9A96-8A1687CFB82F}" type="pres">
      <dgm:prSet presAssocID="{9FAA09AB-A0E9-4935-8830-A85BBA78D12A}" presName="vert1" presStyleCnt="0"/>
      <dgm:spPr/>
    </dgm:pt>
    <dgm:pt modelId="{B7ABC1BC-349D-4C7E-9C82-AAE4DD261F72}" type="pres">
      <dgm:prSet presAssocID="{AE79B195-71D0-4FE1-B8E7-F4453DE72DF1}" presName="thickLine" presStyleLbl="alignNode1" presStyleIdx="7" presStyleCnt="8"/>
      <dgm:spPr/>
    </dgm:pt>
    <dgm:pt modelId="{7AC0EDD9-7955-4D23-B1CC-4D546F979AE1}" type="pres">
      <dgm:prSet presAssocID="{AE79B195-71D0-4FE1-B8E7-F4453DE72DF1}" presName="horz1" presStyleCnt="0"/>
      <dgm:spPr/>
    </dgm:pt>
    <dgm:pt modelId="{F4F5A750-F906-4B4C-AB15-68BB897C87AD}" type="pres">
      <dgm:prSet presAssocID="{AE79B195-71D0-4FE1-B8E7-F4453DE72DF1}" presName="tx1" presStyleLbl="revTx" presStyleIdx="7" presStyleCnt="8"/>
      <dgm:spPr/>
    </dgm:pt>
    <dgm:pt modelId="{DEC21515-E0E5-447C-AF13-93E79F4C9606}" type="pres">
      <dgm:prSet presAssocID="{AE79B195-71D0-4FE1-B8E7-F4453DE72DF1}" presName="vert1" presStyleCnt="0"/>
      <dgm:spPr/>
    </dgm:pt>
  </dgm:ptLst>
  <dgm:cxnLst>
    <dgm:cxn modelId="{867E5106-F052-4C34-A196-E75E2213034B}" type="presOf" srcId="{6F56D4A1-E2E4-46CB-81D7-AB560FEB9BD2}" destId="{370683BF-B375-49C4-8BBE-3DC1DC8F1C48}" srcOrd="0" destOrd="0" presId="urn:microsoft.com/office/officeart/2008/layout/LinedList"/>
    <dgm:cxn modelId="{C11A6514-B9C6-42F5-A3DB-17931B42B8BD}" srcId="{F762A788-5C53-4C81-9F23-DBFA557E9805}" destId="{8AAAE6E2-299E-4C70-B1C2-9CA1B2B51CF9}" srcOrd="5" destOrd="0" parTransId="{83FF9A63-248B-4B0A-A668-C9DE0F5CF30B}" sibTransId="{835EB165-9D00-4945-9A83-BF73D544E819}"/>
    <dgm:cxn modelId="{15CEF15B-3F6A-4407-83C3-5A16778E823A}" type="presOf" srcId="{8AAAE6E2-299E-4C70-B1C2-9CA1B2B51CF9}" destId="{E635A6EC-1C0A-4EC8-9527-41F3C3A3C326}" srcOrd="0" destOrd="0" presId="urn:microsoft.com/office/officeart/2008/layout/LinedList"/>
    <dgm:cxn modelId="{07E81B5C-6855-4552-9197-52F00CACE0E8}" srcId="{F762A788-5C53-4C81-9F23-DBFA557E9805}" destId="{3EA0A487-3912-4FBC-928A-539D2492D4C5}" srcOrd="4" destOrd="0" parTransId="{BBC3016E-F023-4FCC-95AB-D84523C101BC}" sibTransId="{AC3B85AC-FA0A-4D9D-A5A9-C2DD877FF8F6}"/>
    <dgm:cxn modelId="{DCE0CB5D-D410-4978-A73C-F59A48EA4896}" srcId="{F762A788-5C53-4C81-9F23-DBFA557E9805}" destId="{AE79B195-71D0-4FE1-B8E7-F4453DE72DF1}" srcOrd="7" destOrd="0" parTransId="{AD6D41E5-2378-4A8D-8A0E-1C2BA4924540}" sibTransId="{64820FFE-BEB5-4358-BB00-E0F22B38DEEA}"/>
    <dgm:cxn modelId="{FBA45C62-2AB0-4839-B5A5-81304A4EEC45}" srcId="{F762A788-5C53-4C81-9F23-DBFA557E9805}" destId="{7C6B4EE1-CFE3-4C60-8313-F215C95B8722}" srcOrd="1" destOrd="0" parTransId="{CFD73991-DDD9-4542-90D9-A20B6FBABB03}" sibTransId="{1DBFDF19-FEB6-4C31-85C1-95125273E8C7}"/>
    <dgm:cxn modelId="{529F5562-A88E-4B9F-BDCE-F3DB8410E52B}" srcId="{F762A788-5C53-4C81-9F23-DBFA557E9805}" destId="{C1927E68-AFC0-4405-91C4-F531E4FB9F2A}" srcOrd="3" destOrd="0" parTransId="{F2278C46-D6AE-4A59-BAAE-B8A0187A64DB}" sibTransId="{46A4CE40-ED10-428E-B065-112B3B70F47E}"/>
    <dgm:cxn modelId="{F54BD772-5401-4B0C-A293-C0C00CC913A2}" type="presOf" srcId="{F762A788-5C53-4C81-9F23-DBFA557E9805}" destId="{16009274-5D7C-4746-89E2-9D7E890752ED}" srcOrd="0" destOrd="0" presId="urn:microsoft.com/office/officeart/2008/layout/LinedList"/>
    <dgm:cxn modelId="{57E1E984-4AAF-481B-A9E5-4D300F6E1C73}" srcId="{F762A788-5C53-4C81-9F23-DBFA557E9805}" destId="{9FAA09AB-A0E9-4935-8830-A85BBA78D12A}" srcOrd="6" destOrd="0" parTransId="{896DA217-58B1-4589-8F50-608B33CE7218}" sibTransId="{BDF63D99-5B71-460F-B2D9-A57483D8427F}"/>
    <dgm:cxn modelId="{25C18096-C4DC-4D39-A969-B7B74CB2DB11}" type="presOf" srcId="{AE79B195-71D0-4FE1-B8E7-F4453DE72DF1}" destId="{F4F5A750-F906-4B4C-AB15-68BB897C87AD}" srcOrd="0" destOrd="0" presId="urn:microsoft.com/office/officeart/2008/layout/LinedList"/>
    <dgm:cxn modelId="{82F8059B-27A3-4AAB-8239-E32D837E7595}" type="presOf" srcId="{7C6B4EE1-CFE3-4C60-8313-F215C95B8722}" destId="{6C95E0EC-B344-4129-85AA-ADE35AFD64A9}" srcOrd="0" destOrd="0" presId="urn:microsoft.com/office/officeart/2008/layout/LinedList"/>
    <dgm:cxn modelId="{F01BCCB9-2BCF-4AC2-8956-8A3F312BA21A}" type="presOf" srcId="{9FAA09AB-A0E9-4935-8830-A85BBA78D12A}" destId="{FF46A0F3-8EDC-440A-BAB3-975BDFED7605}" srcOrd="0" destOrd="0" presId="urn:microsoft.com/office/officeart/2008/layout/LinedList"/>
    <dgm:cxn modelId="{3C1B5FBB-3FC5-4449-BCB9-40514A208C7C}" type="presOf" srcId="{3EA0A487-3912-4FBC-928A-539D2492D4C5}" destId="{5E45B2A4-BA72-4617-85DA-70D5AC341ECE}" srcOrd="0" destOrd="0" presId="urn:microsoft.com/office/officeart/2008/layout/LinedList"/>
    <dgm:cxn modelId="{18795FC7-4F7D-49EC-8CEC-302ADBD1835B}" srcId="{F762A788-5C53-4C81-9F23-DBFA557E9805}" destId="{878074E6-0330-445A-BD91-E37F5EF0E654}" srcOrd="0" destOrd="0" parTransId="{F3463CAC-C255-423C-A311-DEAFF0A96C7F}" sibTransId="{821D162B-D64E-4EEA-9B50-2981734EF299}"/>
    <dgm:cxn modelId="{31957DDC-9057-4A12-8A2F-9524CFFE49F6}" srcId="{F762A788-5C53-4C81-9F23-DBFA557E9805}" destId="{6F56D4A1-E2E4-46CB-81D7-AB560FEB9BD2}" srcOrd="2" destOrd="0" parTransId="{D0DA7587-C93F-4A43-AE45-BBD1708F857B}" sibTransId="{22C8AA51-A4B2-4CFD-9632-F479771FE8A0}"/>
    <dgm:cxn modelId="{A16428DF-763D-4FF4-AE52-3FF4473E00BB}" type="presOf" srcId="{C1927E68-AFC0-4405-91C4-F531E4FB9F2A}" destId="{4CE273B3-5146-441F-8F52-ED9785F25430}" srcOrd="0" destOrd="0" presId="urn:microsoft.com/office/officeart/2008/layout/LinedList"/>
    <dgm:cxn modelId="{734DB5E5-838F-400F-A6F0-6F1AC66D5EA6}" type="presOf" srcId="{878074E6-0330-445A-BD91-E37F5EF0E654}" destId="{F7B3EAF3-3971-4FE6-B29A-554822E1461E}" srcOrd="0" destOrd="0" presId="urn:microsoft.com/office/officeart/2008/layout/LinedList"/>
    <dgm:cxn modelId="{9235A883-288A-4E00-A6AA-40CEA284ABB1}" type="presParOf" srcId="{16009274-5D7C-4746-89E2-9D7E890752ED}" destId="{1C9775CF-6871-4DAB-BCC9-9DC0B8D41AEC}" srcOrd="0" destOrd="0" presId="urn:microsoft.com/office/officeart/2008/layout/LinedList"/>
    <dgm:cxn modelId="{6E749093-3557-4C20-B985-20A16EFA6755}" type="presParOf" srcId="{16009274-5D7C-4746-89E2-9D7E890752ED}" destId="{CFCEE815-127A-498A-BA53-5B384DD91921}" srcOrd="1" destOrd="0" presId="urn:microsoft.com/office/officeart/2008/layout/LinedList"/>
    <dgm:cxn modelId="{20D8EC04-E0A3-4437-863D-0A74A44D1D89}" type="presParOf" srcId="{CFCEE815-127A-498A-BA53-5B384DD91921}" destId="{F7B3EAF3-3971-4FE6-B29A-554822E1461E}" srcOrd="0" destOrd="0" presId="urn:microsoft.com/office/officeart/2008/layout/LinedList"/>
    <dgm:cxn modelId="{E3DF2903-8C16-4400-ACE9-575AB86B67DC}" type="presParOf" srcId="{CFCEE815-127A-498A-BA53-5B384DD91921}" destId="{712AC4F6-C9DF-4D58-92D1-F9A03104C502}" srcOrd="1" destOrd="0" presId="urn:microsoft.com/office/officeart/2008/layout/LinedList"/>
    <dgm:cxn modelId="{C701828D-D31E-4CAB-8CDC-DC5DF654574E}" type="presParOf" srcId="{16009274-5D7C-4746-89E2-9D7E890752ED}" destId="{A02A4ECD-5D77-44F9-AA5A-DD0A7BE9D02D}" srcOrd="2" destOrd="0" presId="urn:microsoft.com/office/officeart/2008/layout/LinedList"/>
    <dgm:cxn modelId="{85A61F6D-A05B-43D2-9833-E63D093BF612}" type="presParOf" srcId="{16009274-5D7C-4746-89E2-9D7E890752ED}" destId="{90E13479-85D7-45A7-A32A-8684796A5EE1}" srcOrd="3" destOrd="0" presId="urn:microsoft.com/office/officeart/2008/layout/LinedList"/>
    <dgm:cxn modelId="{3AA5D144-2402-4B76-91BE-C3F7B795E53F}" type="presParOf" srcId="{90E13479-85D7-45A7-A32A-8684796A5EE1}" destId="{6C95E0EC-B344-4129-85AA-ADE35AFD64A9}" srcOrd="0" destOrd="0" presId="urn:microsoft.com/office/officeart/2008/layout/LinedList"/>
    <dgm:cxn modelId="{64AAD20D-645F-487B-AE72-DCC716DB1954}" type="presParOf" srcId="{90E13479-85D7-45A7-A32A-8684796A5EE1}" destId="{B9B6FDE2-3D91-4DD4-B243-B1F7F660067E}" srcOrd="1" destOrd="0" presId="urn:microsoft.com/office/officeart/2008/layout/LinedList"/>
    <dgm:cxn modelId="{A3A84454-A33E-49CD-866C-7429E113439A}" type="presParOf" srcId="{16009274-5D7C-4746-89E2-9D7E890752ED}" destId="{D16079B1-D1CC-426E-9FA6-24E8E8771584}" srcOrd="4" destOrd="0" presId="urn:microsoft.com/office/officeart/2008/layout/LinedList"/>
    <dgm:cxn modelId="{1C2D6B08-8C77-42C6-801E-822E11EB316F}" type="presParOf" srcId="{16009274-5D7C-4746-89E2-9D7E890752ED}" destId="{F7B517E3-74E6-4400-82EA-77CF0A7569EB}" srcOrd="5" destOrd="0" presId="urn:microsoft.com/office/officeart/2008/layout/LinedList"/>
    <dgm:cxn modelId="{7EBF182F-D034-4E4A-B09B-B3AC0D48DE97}" type="presParOf" srcId="{F7B517E3-74E6-4400-82EA-77CF0A7569EB}" destId="{370683BF-B375-49C4-8BBE-3DC1DC8F1C48}" srcOrd="0" destOrd="0" presId="urn:microsoft.com/office/officeart/2008/layout/LinedList"/>
    <dgm:cxn modelId="{896D567E-BF3C-41B4-A890-F3B154EC1656}" type="presParOf" srcId="{F7B517E3-74E6-4400-82EA-77CF0A7569EB}" destId="{11614E99-5382-4FAB-9B45-CC91677FF644}" srcOrd="1" destOrd="0" presId="urn:microsoft.com/office/officeart/2008/layout/LinedList"/>
    <dgm:cxn modelId="{21F4509E-BAC7-44D0-AE45-494EE4ED19D5}" type="presParOf" srcId="{16009274-5D7C-4746-89E2-9D7E890752ED}" destId="{2AA696A5-C455-4DF8-8FE5-8105DCAF09A8}" srcOrd="6" destOrd="0" presId="urn:microsoft.com/office/officeart/2008/layout/LinedList"/>
    <dgm:cxn modelId="{0597628D-69EA-4C62-80C1-B27B9C850786}" type="presParOf" srcId="{16009274-5D7C-4746-89E2-9D7E890752ED}" destId="{10E02982-C14A-474E-BD72-C4B5CBCB6F8C}" srcOrd="7" destOrd="0" presId="urn:microsoft.com/office/officeart/2008/layout/LinedList"/>
    <dgm:cxn modelId="{EA3B708A-9449-4FFF-A897-6AC75CE32802}" type="presParOf" srcId="{10E02982-C14A-474E-BD72-C4B5CBCB6F8C}" destId="{4CE273B3-5146-441F-8F52-ED9785F25430}" srcOrd="0" destOrd="0" presId="urn:microsoft.com/office/officeart/2008/layout/LinedList"/>
    <dgm:cxn modelId="{F14D0B77-0CDF-4F3C-9BCF-328445908E03}" type="presParOf" srcId="{10E02982-C14A-474E-BD72-C4B5CBCB6F8C}" destId="{E8C8FAED-0221-47BA-962D-815CBF21D844}" srcOrd="1" destOrd="0" presId="urn:microsoft.com/office/officeart/2008/layout/LinedList"/>
    <dgm:cxn modelId="{BDC0F9D2-839D-4854-B6B9-4D2CBD31CEB9}" type="presParOf" srcId="{16009274-5D7C-4746-89E2-9D7E890752ED}" destId="{FC09D951-A594-405A-9A13-10D466BAC66D}" srcOrd="8" destOrd="0" presId="urn:microsoft.com/office/officeart/2008/layout/LinedList"/>
    <dgm:cxn modelId="{BD962B6B-5EFC-4D67-B6B3-EFCBA4B37DBE}" type="presParOf" srcId="{16009274-5D7C-4746-89E2-9D7E890752ED}" destId="{E551968C-A72C-4237-A737-684FD26AACB3}" srcOrd="9" destOrd="0" presId="urn:microsoft.com/office/officeart/2008/layout/LinedList"/>
    <dgm:cxn modelId="{34C02369-686E-4068-BE83-3AAD85A44037}" type="presParOf" srcId="{E551968C-A72C-4237-A737-684FD26AACB3}" destId="{5E45B2A4-BA72-4617-85DA-70D5AC341ECE}" srcOrd="0" destOrd="0" presId="urn:microsoft.com/office/officeart/2008/layout/LinedList"/>
    <dgm:cxn modelId="{A083BABB-FD50-4A09-8456-214DE34F2BDE}" type="presParOf" srcId="{E551968C-A72C-4237-A737-684FD26AACB3}" destId="{49AFB40A-5EA6-4D7E-8CB4-A6EB34585675}" srcOrd="1" destOrd="0" presId="urn:microsoft.com/office/officeart/2008/layout/LinedList"/>
    <dgm:cxn modelId="{3D5F14FC-8080-4BAF-9F0D-2B9C776B1953}" type="presParOf" srcId="{16009274-5D7C-4746-89E2-9D7E890752ED}" destId="{ED74C348-524F-4950-85A8-9AAE3F0C6452}" srcOrd="10" destOrd="0" presId="urn:microsoft.com/office/officeart/2008/layout/LinedList"/>
    <dgm:cxn modelId="{B60DB5F7-E3F5-4CFD-9D71-EE133CD73A56}" type="presParOf" srcId="{16009274-5D7C-4746-89E2-9D7E890752ED}" destId="{5DC1D078-E493-49CA-95D7-5BB32E6B2165}" srcOrd="11" destOrd="0" presId="urn:microsoft.com/office/officeart/2008/layout/LinedList"/>
    <dgm:cxn modelId="{D558AD1C-E04C-4F98-B939-CA6A7775290E}" type="presParOf" srcId="{5DC1D078-E493-49CA-95D7-5BB32E6B2165}" destId="{E635A6EC-1C0A-4EC8-9527-41F3C3A3C326}" srcOrd="0" destOrd="0" presId="urn:microsoft.com/office/officeart/2008/layout/LinedList"/>
    <dgm:cxn modelId="{1B1CB209-8A57-4678-8DB6-9148732B2339}" type="presParOf" srcId="{5DC1D078-E493-49CA-95D7-5BB32E6B2165}" destId="{4A219451-43B8-41A5-B14F-3D004B30AC54}" srcOrd="1" destOrd="0" presId="urn:microsoft.com/office/officeart/2008/layout/LinedList"/>
    <dgm:cxn modelId="{9C30E267-F6E0-40C6-8CF7-F92A0432D790}" type="presParOf" srcId="{16009274-5D7C-4746-89E2-9D7E890752ED}" destId="{AA851222-AD4D-43D0-A63F-6862BAAE14CB}" srcOrd="12" destOrd="0" presId="urn:microsoft.com/office/officeart/2008/layout/LinedList"/>
    <dgm:cxn modelId="{20EFB6DF-B035-44C8-B325-598FFA3BA5EC}" type="presParOf" srcId="{16009274-5D7C-4746-89E2-9D7E890752ED}" destId="{61C2DF5B-479B-404E-BD23-551FACA45D2E}" srcOrd="13" destOrd="0" presId="urn:microsoft.com/office/officeart/2008/layout/LinedList"/>
    <dgm:cxn modelId="{53A5EBB9-855C-4CB5-9484-4AD1C374E401}" type="presParOf" srcId="{61C2DF5B-479B-404E-BD23-551FACA45D2E}" destId="{FF46A0F3-8EDC-440A-BAB3-975BDFED7605}" srcOrd="0" destOrd="0" presId="urn:microsoft.com/office/officeart/2008/layout/LinedList"/>
    <dgm:cxn modelId="{A8750CA3-1BC4-4C5A-873E-C763F3513388}" type="presParOf" srcId="{61C2DF5B-479B-404E-BD23-551FACA45D2E}" destId="{5F0781EB-CDF3-4AA7-9A96-8A1687CFB82F}" srcOrd="1" destOrd="0" presId="urn:microsoft.com/office/officeart/2008/layout/LinedList"/>
    <dgm:cxn modelId="{51C99BDA-A13C-45C8-B933-E9A08016F1F7}" type="presParOf" srcId="{16009274-5D7C-4746-89E2-9D7E890752ED}" destId="{B7ABC1BC-349D-4C7E-9C82-AAE4DD261F72}" srcOrd="14" destOrd="0" presId="urn:microsoft.com/office/officeart/2008/layout/LinedList"/>
    <dgm:cxn modelId="{9356C892-2ED3-4947-9AC6-E16D8B8BDA89}" type="presParOf" srcId="{16009274-5D7C-4746-89E2-9D7E890752ED}" destId="{7AC0EDD9-7955-4D23-B1CC-4D546F979AE1}" srcOrd="15" destOrd="0" presId="urn:microsoft.com/office/officeart/2008/layout/LinedList"/>
    <dgm:cxn modelId="{FE7A5588-78DF-4A3C-83A5-92EA4FB239DB}" type="presParOf" srcId="{7AC0EDD9-7955-4D23-B1CC-4D546F979AE1}" destId="{F4F5A750-F906-4B4C-AB15-68BB897C87AD}" srcOrd="0" destOrd="0" presId="urn:microsoft.com/office/officeart/2008/layout/LinedList"/>
    <dgm:cxn modelId="{7E31075F-44E6-4810-BA71-B784038B76D9}" type="presParOf" srcId="{7AC0EDD9-7955-4D23-B1CC-4D546F979AE1}" destId="{DEC21515-E0E5-447C-AF13-93E79F4C96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E4F0551-47EB-4FF6-9B7C-0FEEE8AF8E6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652A6BE-619E-4922-92DE-73DEA7A41F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Microsoft Excel</a:t>
          </a:r>
        </a:p>
      </dgm:t>
    </dgm:pt>
    <dgm:pt modelId="{A89C9B87-D9E5-42B8-9782-56BB08B52290}" type="parTrans" cxnId="{EE11155D-26D3-4012-886A-2C5129277327}">
      <dgm:prSet/>
      <dgm:spPr/>
      <dgm:t>
        <a:bodyPr/>
        <a:lstStyle/>
        <a:p>
          <a:endParaRPr lang="en-US"/>
        </a:p>
      </dgm:t>
    </dgm:pt>
    <dgm:pt modelId="{8FCFF05A-2C35-41F5-BD9A-B2E78D22DA34}" type="sibTrans" cxnId="{EE11155D-26D3-4012-886A-2C5129277327}">
      <dgm:prSet/>
      <dgm:spPr/>
      <dgm:t>
        <a:bodyPr/>
        <a:lstStyle/>
        <a:p>
          <a:endParaRPr lang="en-US"/>
        </a:p>
      </dgm:t>
    </dgm:pt>
    <dgm:pt modelId="{999F7F1A-0792-4DA9-917E-A9694B9CEC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Pivot Tables &amp; Charts</a:t>
          </a:r>
        </a:p>
      </dgm:t>
    </dgm:pt>
    <dgm:pt modelId="{A09FCA51-BD7F-48DF-9E3F-C69CF2C14144}" type="parTrans" cxnId="{D6916E74-527C-4B90-918E-C02C85975B59}">
      <dgm:prSet/>
      <dgm:spPr/>
      <dgm:t>
        <a:bodyPr/>
        <a:lstStyle/>
        <a:p>
          <a:endParaRPr lang="en-US"/>
        </a:p>
      </dgm:t>
    </dgm:pt>
    <dgm:pt modelId="{C37A30B5-2CD3-4C8D-BB3E-285C71E205A6}" type="sibTrans" cxnId="{D6916E74-527C-4B90-918E-C02C85975B59}">
      <dgm:prSet/>
      <dgm:spPr/>
      <dgm:t>
        <a:bodyPr/>
        <a:lstStyle/>
        <a:p>
          <a:endParaRPr lang="en-US"/>
        </a:p>
      </dgm:t>
    </dgm:pt>
    <dgm:pt modelId="{573B41E1-BF5F-4DA6-B1E7-8E359D7ADE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Query</a:t>
          </a:r>
        </a:p>
      </dgm:t>
    </dgm:pt>
    <dgm:pt modelId="{FF2DC0ED-2542-465E-AEB5-2144C277A73A}" type="parTrans" cxnId="{38971703-2F56-4FBC-B219-E7E806E798F5}">
      <dgm:prSet/>
      <dgm:spPr/>
      <dgm:t>
        <a:bodyPr/>
        <a:lstStyle/>
        <a:p>
          <a:endParaRPr lang="en-US"/>
        </a:p>
      </dgm:t>
    </dgm:pt>
    <dgm:pt modelId="{75798F29-19CB-4DC5-98DD-DAB3ED541D98}" type="sibTrans" cxnId="{38971703-2F56-4FBC-B219-E7E806E798F5}">
      <dgm:prSet/>
      <dgm:spPr/>
      <dgm:t>
        <a:bodyPr/>
        <a:lstStyle/>
        <a:p>
          <a:endParaRPr lang="en-US"/>
        </a:p>
      </dgm:t>
    </dgm:pt>
    <dgm:pt modelId="{AF1689A0-3CBE-470D-992A-0BB6177656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Slicers &amp; Filters</a:t>
          </a:r>
        </a:p>
      </dgm:t>
    </dgm:pt>
    <dgm:pt modelId="{BD4F86C1-48ED-49C2-B73B-518107C95FA2}" type="parTrans" cxnId="{8E289E56-19E4-4DEF-A224-A5D0F8C61DB6}">
      <dgm:prSet/>
      <dgm:spPr/>
      <dgm:t>
        <a:bodyPr/>
        <a:lstStyle/>
        <a:p>
          <a:endParaRPr lang="en-US"/>
        </a:p>
      </dgm:t>
    </dgm:pt>
    <dgm:pt modelId="{9E220A87-3714-4E3B-8178-90DF11E09478}" type="sibTrans" cxnId="{8E289E56-19E4-4DEF-A224-A5D0F8C61DB6}">
      <dgm:prSet/>
      <dgm:spPr/>
      <dgm:t>
        <a:bodyPr/>
        <a:lstStyle/>
        <a:p>
          <a:endParaRPr lang="en-US"/>
        </a:p>
      </dgm:t>
    </dgm:pt>
    <dgm:pt modelId="{89D44DEC-B96D-4682-ACA7-556BCDCDB1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Conditional Formatting</a:t>
          </a:r>
        </a:p>
      </dgm:t>
    </dgm:pt>
    <dgm:pt modelId="{0488CD2C-D519-4C85-ABD8-8E3A35BD9A4A}" type="parTrans" cxnId="{D1C5C45B-B81D-4FCE-901E-A7FC6BC0090F}">
      <dgm:prSet/>
      <dgm:spPr/>
      <dgm:t>
        <a:bodyPr/>
        <a:lstStyle/>
        <a:p>
          <a:endParaRPr lang="en-US"/>
        </a:p>
      </dgm:t>
    </dgm:pt>
    <dgm:pt modelId="{D6EC2DD8-7689-4826-87B1-7101504F317C}" type="sibTrans" cxnId="{D1C5C45B-B81D-4FCE-901E-A7FC6BC0090F}">
      <dgm:prSet/>
      <dgm:spPr/>
      <dgm:t>
        <a:bodyPr/>
        <a:lstStyle/>
        <a:p>
          <a:endParaRPr lang="en-US"/>
        </a:p>
      </dgm:t>
    </dgm:pt>
    <dgm:pt modelId="{5BA88430-2185-4BBD-9629-A72912BB44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Dashboard Design</a:t>
          </a:r>
        </a:p>
      </dgm:t>
    </dgm:pt>
    <dgm:pt modelId="{CF26D1C3-CA41-49BB-B64B-1F4320468E68}" type="parTrans" cxnId="{B782934B-B835-495D-BF8D-AB317DA71116}">
      <dgm:prSet/>
      <dgm:spPr/>
      <dgm:t>
        <a:bodyPr/>
        <a:lstStyle/>
        <a:p>
          <a:endParaRPr lang="en-US"/>
        </a:p>
      </dgm:t>
    </dgm:pt>
    <dgm:pt modelId="{DB646B14-BA0C-40D8-A1BE-E91550D70C75}" type="sibTrans" cxnId="{B782934B-B835-495D-BF8D-AB317DA71116}">
      <dgm:prSet/>
      <dgm:spPr/>
      <dgm:t>
        <a:bodyPr/>
        <a:lstStyle/>
        <a:p>
          <a:endParaRPr lang="en-US"/>
        </a:p>
      </dgm:t>
    </dgm:pt>
    <dgm:pt modelId="{1676A99A-1102-4582-AD25-838EF64C77A7}" type="pres">
      <dgm:prSet presAssocID="{BE4F0551-47EB-4FF6-9B7C-0FEEE8AF8E61}" presName="root" presStyleCnt="0">
        <dgm:presLayoutVars>
          <dgm:dir/>
          <dgm:resizeHandles val="exact"/>
        </dgm:presLayoutVars>
      </dgm:prSet>
      <dgm:spPr/>
    </dgm:pt>
    <dgm:pt modelId="{979314A2-9D7B-4557-B926-7F817C3260C3}" type="pres">
      <dgm:prSet presAssocID="{B652A6BE-619E-4922-92DE-73DEA7A41F9D}" presName="compNode" presStyleCnt="0"/>
      <dgm:spPr/>
    </dgm:pt>
    <dgm:pt modelId="{0F70E36E-1AED-4843-AEC8-D95A9E041E69}" type="pres">
      <dgm:prSet presAssocID="{B652A6BE-619E-4922-92DE-73DEA7A41F9D}" presName="bgRect" presStyleLbl="bgShp" presStyleIdx="0" presStyleCnt="6"/>
      <dgm:spPr/>
    </dgm:pt>
    <dgm:pt modelId="{34735AEC-C3F5-4B3D-B3BC-6E6AB05C6DBF}" type="pres">
      <dgm:prSet presAssocID="{B652A6BE-619E-4922-92DE-73DEA7A41F9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529C07F-9A4A-4DE0-9C6B-FB3A1C47AA7E}" type="pres">
      <dgm:prSet presAssocID="{B652A6BE-619E-4922-92DE-73DEA7A41F9D}" presName="spaceRect" presStyleCnt="0"/>
      <dgm:spPr/>
    </dgm:pt>
    <dgm:pt modelId="{C00FF301-EB2B-4CDE-8601-95597B116F86}" type="pres">
      <dgm:prSet presAssocID="{B652A6BE-619E-4922-92DE-73DEA7A41F9D}" presName="parTx" presStyleLbl="revTx" presStyleIdx="0" presStyleCnt="6">
        <dgm:presLayoutVars>
          <dgm:chMax val="0"/>
          <dgm:chPref val="0"/>
        </dgm:presLayoutVars>
      </dgm:prSet>
      <dgm:spPr/>
    </dgm:pt>
    <dgm:pt modelId="{128B30C1-8BFC-4C3F-8E99-738126E53E67}" type="pres">
      <dgm:prSet presAssocID="{8FCFF05A-2C35-41F5-BD9A-B2E78D22DA34}" presName="sibTrans" presStyleCnt="0"/>
      <dgm:spPr/>
    </dgm:pt>
    <dgm:pt modelId="{5A4FE6CF-15D3-4013-8E84-2C65F45284F3}" type="pres">
      <dgm:prSet presAssocID="{999F7F1A-0792-4DA9-917E-A9694B9CECA7}" presName="compNode" presStyleCnt="0"/>
      <dgm:spPr/>
    </dgm:pt>
    <dgm:pt modelId="{2078246E-E291-4B01-9173-F02668FB6B20}" type="pres">
      <dgm:prSet presAssocID="{999F7F1A-0792-4DA9-917E-A9694B9CECA7}" presName="bgRect" presStyleLbl="bgShp" presStyleIdx="1" presStyleCnt="6"/>
      <dgm:spPr/>
    </dgm:pt>
    <dgm:pt modelId="{0AFD0DD6-B040-446C-8746-143EF2F2353D}" type="pres">
      <dgm:prSet presAssocID="{999F7F1A-0792-4DA9-917E-A9694B9CECA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F486D71-9CD9-4756-A5DE-B24405033F6C}" type="pres">
      <dgm:prSet presAssocID="{999F7F1A-0792-4DA9-917E-A9694B9CECA7}" presName="spaceRect" presStyleCnt="0"/>
      <dgm:spPr/>
    </dgm:pt>
    <dgm:pt modelId="{C7D61AB7-C89F-45D5-823E-E2A976D65AB6}" type="pres">
      <dgm:prSet presAssocID="{999F7F1A-0792-4DA9-917E-A9694B9CECA7}" presName="parTx" presStyleLbl="revTx" presStyleIdx="1" presStyleCnt="6">
        <dgm:presLayoutVars>
          <dgm:chMax val="0"/>
          <dgm:chPref val="0"/>
        </dgm:presLayoutVars>
      </dgm:prSet>
      <dgm:spPr/>
    </dgm:pt>
    <dgm:pt modelId="{CFB62260-DC22-4107-B429-B72D43659112}" type="pres">
      <dgm:prSet presAssocID="{C37A30B5-2CD3-4C8D-BB3E-285C71E205A6}" presName="sibTrans" presStyleCnt="0"/>
      <dgm:spPr/>
    </dgm:pt>
    <dgm:pt modelId="{B8B41E4C-408C-4C9C-99A7-6B3E031B0914}" type="pres">
      <dgm:prSet presAssocID="{573B41E1-BF5F-4DA6-B1E7-8E359D7ADE21}" presName="compNode" presStyleCnt="0"/>
      <dgm:spPr/>
    </dgm:pt>
    <dgm:pt modelId="{8378AEF1-4CE5-4566-B7EA-270E5FAF08AE}" type="pres">
      <dgm:prSet presAssocID="{573B41E1-BF5F-4DA6-B1E7-8E359D7ADE21}" presName="bgRect" presStyleLbl="bgShp" presStyleIdx="2" presStyleCnt="6"/>
      <dgm:spPr/>
    </dgm:pt>
    <dgm:pt modelId="{50C59CE3-B2C7-447F-966C-D0CC64967CE0}" type="pres">
      <dgm:prSet presAssocID="{573B41E1-BF5F-4DA6-B1E7-8E359D7ADE2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F55155D-2434-4EF9-BB5B-9F61652C63C7}" type="pres">
      <dgm:prSet presAssocID="{573B41E1-BF5F-4DA6-B1E7-8E359D7ADE21}" presName="spaceRect" presStyleCnt="0"/>
      <dgm:spPr/>
    </dgm:pt>
    <dgm:pt modelId="{98D751E2-7337-49FD-8BA1-61E245069385}" type="pres">
      <dgm:prSet presAssocID="{573B41E1-BF5F-4DA6-B1E7-8E359D7ADE21}" presName="parTx" presStyleLbl="revTx" presStyleIdx="2" presStyleCnt="6">
        <dgm:presLayoutVars>
          <dgm:chMax val="0"/>
          <dgm:chPref val="0"/>
        </dgm:presLayoutVars>
      </dgm:prSet>
      <dgm:spPr/>
    </dgm:pt>
    <dgm:pt modelId="{D28BAFDE-A5A9-4371-9F7F-F22B40B8EAC7}" type="pres">
      <dgm:prSet presAssocID="{75798F29-19CB-4DC5-98DD-DAB3ED541D98}" presName="sibTrans" presStyleCnt="0"/>
      <dgm:spPr/>
    </dgm:pt>
    <dgm:pt modelId="{FD1F5F2C-CAA7-4695-B59E-DBD376BCE238}" type="pres">
      <dgm:prSet presAssocID="{AF1689A0-3CBE-470D-992A-0BB6177656F2}" presName="compNode" presStyleCnt="0"/>
      <dgm:spPr/>
    </dgm:pt>
    <dgm:pt modelId="{EC1CEA5D-C0E6-4489-8AF7-1DEA3141D530}" type="pres">
      <dgm:prSet presAssocID="{AF1689A0-3CBE-470D-992A-0BB6177656F2}" presName="bgRect" presStyleLbl="bgShp" presStyleIdx="3" presStyleCnt="6"/>
      <dgm:spPr/>
    </dgm:pt>
    <dgm:pt modelId="{B00BD5EF-37BA-49A5-8574-FC9695D2E458}" type="pres">
      <dgm:prSet presAssocID="{AF1689A0-3CBE-470D-992A-0BB6177656F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E59B0F02-DB9B-49A4-86EF-698EA87C1695}" type="pres">
      <dgm:prSet presAssocID="{AF1689A0-3CBE-470D-992A-0BB6177656F2}" presName="spaceRect" presStyleCnt="0"/>
      <dgm:spPr/>
    </dgm:pt>
    <dgm:pt modelId="{3C0F7A6B-504E-4292-80B9-9043BF43B872}" type="pres">
      <dgm:prSet presAssocID="{AF1689A0-3CBE-470D-992A-0BB6177656F2}" presName="parTx" presStyleLbl="revTx" presStyleIdx="3" presStyleCnt="6">
        <dgm:presLayoutVars>
          <dgm:chMax val="0"/>
          <dgm:chPref val="0"/>
        </dgm:presLayoutVars>
      </dgm:prSet>
      <dgm:spPr/>
    </dgm:pt>
    <dgm:pt modelId="{D5D8C536-7268-4749-A5D5-4CEDA720E1ED}" type="pres">
      <dgm:prSet presAssocID="{9E220A87-3714-4E3B-8178-90DF11E09478}" presName="sibTrans" presStyleCnt="0"/>
      <dgm:spPr/>
    </dgm:pt>
    <dgm:pt modelId="{8C4B4BE7-AA8E-4358-8162-CFF2A4847C1C}" type="pres">
      <dgm:prSet presAssocID="{89D44DEC-B96D-4682-ACA7-556BCDCDB17C}" presName="compNode" presStyleCnt="0"/>
      <dgm:spPr/>
    </dgm:pt>
    <dgm:pt modelId="{3B29E39D-EB58-437D-9362-BBFD291AB0D2}" type="pres">
      <dgm:prSet presAssocID="{89D44DEC-B96D-4682-ACA7-556BCDCDB17C}" presName="bgRect" presStyleLbl="bgShp" presStyleIdx="4" presStyleCnt="6"/>
      <dgm:spPr/>
    </dgm:pt>
    <dgm:pt modelId="{A2B4EB16-D94D-486B-A6F4-53B36FED1517}" type="pres">
      <dgm:prSet presAssocID="{89D44DEC-B96D-4682-ACA7-556BCDCDB17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45E3FF3E-99DB-47FB-8AA3-00C56D4A6176}" type="pres">
      <dgm:prSet presAssocID="{89D44DEC-B96D-4682-ACA7-556BCDCDB17C}" presName="spaceRect" presStyleCnt="0"/>
      <dgm:spPr/>
    </dgm:pt>
    <dgm:pt modelId="{AE04BD5C-B3BE-4EB2-BE08-F3A38F3DFBAE}" type="pres">
      <dgm:prSet presAssocID="{89D44DEC-B96D-4682-ACA7-556BCDCDB17C}" presName="parTx" presStyleLbl="revTx" presStyleIdx="4" presStyleCnt="6">
        <dgm:presLayoutVars>
          <dgm:chMax val="0"/>
          <dgm:chPref val="0"/>
        </dgm:presLayoutVars>
      </dgm:prSet>
      <dgm:spPr/>
    </dgm:pt>
    <dgm:pt modelId="{7F2E863D-8752-417D-9D4C-1DB101E987C9}" type="pres">
      <dgm:prSet presAssocID="{D6EC2DD8-7689-4826-87B1-7101504F317C}" presName="sibTrans" presStyleCnt="0"/>
      <dgm:spPr/>
    </dgm:pt>
    <dgm:pt modelId="{87E2D86D-5173-41FF-B75F-9D2A218B9A6A}" type="pres">
      <dgm:prSet presAssocID="{5BA88430-2185-4BBD-9629-A72912BB444A}" presName="compNode" presStyleCnt="0"/>
      <dgm:spPr/>
    </dgm:pt>
    <dgm:pt modelId="{0191C29A-4DE0-4BCC-AAA2-2748EA09E253}" type="pres">
      <dgm:prSet presAssocID="{5BA88430-2185-4BBD-9629-A72912BB444A}" presName="bgRect" presStyleLbl="bgShp" presStyleIdx="5" presStyleCnt="6"/>
      <dgm:spPr/>
    </dgm:pt>
    <dgm:pt modelId="{D7FE6EFD-FC3A-4170-BE03-46CCEAD574E0}" type="pres">
      <dgm:prSet presAssocID="{5BA88430-2185-4BBD-9629-A72912BB444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8B63D3CD-C8B5-4D56-AED6-1010E50AC9DB}" type="pres">
      <dgm:prSet presAssocID="{5BA88430-2185-4BBD-9629-A72912BB444A}" presName="spaceRect" presStyleCnt="0"/>
      <dgm:spPr/>
    </dgm:pt>
    <dgm:pt modelId="{DFC5216A-B53E-4E05-B045-FE4B79DF2961}" type="pres">
      <dgm:prSet presAssocID="{5BA88430-2185-4BBD-9629-A72912BB444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8971703-2F56-4FBC-B219-E7E806E798F5}" srcId="{BE4F0551-47EB-4FF6-9B7C-0FEEE8AF8E61}" destId="{573B41E1-BF5F-4DA6-B1E7-8E359D7ADE21}" srcOrd="2" destOrd="0" parTransId="{FF2DC0ED-2542-465E-AEB5-2144C277A73A}" sibTransId="{75798F29-19CB-4DC5-98DD-DAB3ED541D98}"/>
    <dgm:cxn modelId="{C5F2D509-9A49-4088-9EDB-E34A02EC8D18}" type="presOf" srcId="{999F7F1A-0792-4DA9-917E-A9694B9CECA7}" destId="{C7D61AB7-C89F-45D5-823E-E2A976D65AB6}" srcOrd="0" destOrd="0" presId="urn:microsoft.com/office/officeart/2018/2/layout/IconVerticalSolidList"/>
    <dgm:cxn modelId="{E6192014-4571-4541-99BB-94A119125C6E}" type="presOf" srcId="{5BA88430-2185-4BBD-9629-A72912BB444A}" destId="{DFC5216A-B53E-4E05-B045-FE4B79DF2961}" srcOrd="0" destOrd="0" presId="urn:microsoft.com/office/officeart/2018/2/layout/IconVerticalSolidList"/>
    <dgm:cxn modelId="{D1C5C45B-B81D-4FCE-901E-A7FC6BC0090F}" srcId="{BE4F0551-47EB-4FF6-9B7C-0FEEE8AF8E61}" destId="{89D44DEC-B96D-4682-ACA7-556BCDCDB17C}" srcOrd="4" destOrd="0" parTransId="{0488CD2C-D519-4C85-ABD8-8E3A35BD9A4A}" sibTransId="{D6EC2DD8-7689-4826-87B1-7101504F317C}"/>
    <dgm:cxn modelId="{EE11155D-26D3-4012-886A-2C5129277327}" srcId="{BE4F0551-47EB-4FF6-9B7C-0FEEE8AF8E61}" destId="{B652A6BE-619E-4922-92DE-73DEA7A41F9D}" srcOrd="0" destOrd="0" parTransId="{A89C9B87-D9E5-42B8-9782-56BB08B52290}" sibTransId="{8FCFF05A-2C35-41F5-BD9A-B2E78D22DA34}"/>
    <dgm:cxn modelId="{80BED060-0B6F-4310-8741-8437422DF9A5}" type="presOf" srcId="{B652A6BE-619E-4922-92DE-73DEA7A41F9D}" destId="{C00FF301-EB2B-4CDE-8601-95597B116F86}" srcOrd="0" destOrd="0" presId="urn:microsoft.com/office/officeart/2018/2/layout/IconVerticalSolidList"/>
    <dgm:cxn modelId="{3BE60E4B-D7F8-464D-B978-35B23C8D58D0}" type="presOf" srcId="{BE4F0551-47EB-4FF6-9B7C-0FEEE8AF8E61}" destId="{1676A99A-1102-4582-AD25-838EF64C77A7}" srcOrd="0" destOrd="0" presId="urn:microsoft.com/office/officeart/2018/2/layout/IconVerticalSolidList"/>
    <dgm:cxn modelId="{B782934B-B835-495D-BF8D-AB317DA71116}" srcId="{BE4F0551-47EB-4FF6-9B7C-0FEEE8AF8E61}" destId="{5BA88430-2185-4BBD-9629-A72912BB444A}" srcOrd="5" destOrd="0" parTransId="{CF26D1C3-CA41-49BB-B64B-1F4320468E68}" sibTransId="{DB646B14-BA0C-40D8-A1BE-E91550D70C75}"/>
    <dgm:cxn modelId="{D6916E74-527C-4B90-918E-C02C85975B59}" srcId="{BE4F0551-47EB-4FF6-9B7C-0FEEE8AF8E61}" destId="{999F7F1A-0792-4DA9-917E-A9694B9CECA7}" srcOrd="1" destOrd="0" parTransId="{A09FCA51-BD7F-48DF-9E3F-C69CF2C14144}" sibTransId="{C37A30B5-2CD3-4C8D-BB3E-285C71E205A6}"/>
    <dgm:cxn modelId="{8E289E56-19E4-4DEF-A224-A5D0F8C61DB6}" srcId="{BE4F0551-47EB-4FF6-9B7C-0FEEE8AF8E61}" destId="{AF1689A0-3CBE-470D-992A-0BB6177656F2}" srcOrd="3" destOrd="0" parTransId="{BD4F86C1-48ED-49C2-B73B-518107C95FA2}" sibTransId="{9E220A87-3714-4E3B-8178-90DF11E09478}"/>
    <dgm:cxn modelId="{26C772B0-7A00-4767-8444-F5E22B3A2FCB}" type="presOf" srcId="{89D44DEC-B96D-4682-ACA7-556BCDCDB17C}" destId="{AE04BD5C-B3BE-4EB2-BE08-F3A38F3DFBAE}" srcOrd="0" destOrd="0" presId="urn:microsoft.com/office/officeart/2018/2/layout/IconVerticalSolidList"/>
    <dgm:cxn modelId="{BD490ADF-AA52-4715-AEF2-7A336AB3BDCD}" type="presOf" srcId="{AF1689A0-3CBE-470D-992A-0BB6177656F2}" destId="{3C0F7A6B-504E-4292-80B9-9043BF43B872}" srcOrd="0" destOrd="0" presId="urn:microsoft.com/office/officeart/2018/2/layout/IconVerticalSolidList"/>
    <dgm:cxn modelId="{DA6BEFF9-0315-426C-9CE7-54E903E876AE}" type="presOf" srcId="{573B41E1-BF5F-4DA6-B1E7-8E359D7ADE21}" destId="{98D751E2-7337-49FD-8BA1-61E245069385}" srcOrd="0" destOrd="0" presId="urn:microsoft.com/office/officeart/2018/2/layout/IconVerticalSolidList"/>
    <dgm:cxn modelId="{9F2F8CE8-7B19-4CB1-BC18-ABFE92D14492}" type="presParOf" srcId="{1676A99A-1102-4582-AD25-838EF64C77A7}" destId="{979314A2-9D7B-4557-B926-7F817C3260C3}" srcOrd="0" destOrd="0" presId="urn:microsoft.com/office/officeart/2018/2/layout/IconVerticalSolidList"/>
    <dgm:cxn modelId="{E6F09C9E-693D-46BB-BD02-3CF9C5823BCB}" type="presParOf" srcId="{979314A2-9D7B-4557-B926-7F817C3260C3}" destId="{0F70E36E-1AED-4843-AEC8-D95A9E041E69}" srcOrd="0" destOrd="0" presId="urn:microsoft.com/office/officeart/2018/2/layout/IconVerticalSolidList"/>
    <dgm:cxn modelId="{397EFC19-FCCD-450D-AEF2-CD9C3D5E9A6A}" type="presParOf" srcId="{979314A2-9D7B-4557-B926-7F817C3260C3}" destId="{34735AEC-C3F5-4B3D-B3BC-6E6AB05C6DBF}" srcOrd="1" destOrd="0" presId="urn:microsoft.com/office/officeart/2018/2/layout/IconVerticalSolidList"/>
    <dgm:cxn modelId="{2DFBDA25-5EDE-4FFE-954D-534ACAA5F8F3}" type="presParOf" srcId="{979314A2-9D7B-4557-B926-7F817C3260C3}" destId="{8529C07F-9A4A-4DE0-9C6B-FB3A1C47AA7E}" srcOrd="2" destOrd="0" presId="urn:microsoft.com/office/officeart/2018/2/layout/IconVerticalSolidList"/>
    <dgm:cxn modelId="{619E0842-65F3-4FA6-B0F2-7FCDF03FDDE3}" type="presParOf" srcId="{979314A2-9D7B-4557-B926-7F817C3260C3}" destId="{C00FF301-EB2B-4CDE-8601-95597B116F86}" srcOrd="3" destOrd="0" presId="urn:microsoft.com/office/officeart/2018/2/layout/IconVerticalSolidList"/>
    <dgm:cxn modelId="{0D5C27BB-C1D3-45DA-B4C1-7ADDE562499C}" type="presParOf" srcId="{1676A99A-1102-4582-AD25-838EF64C77A7}" destId="{128B30C1-8BFC-4C3F-8E99-738126E53E67}" srcOrd="1" destOrd="0" presId="urn:microsoft.com/office/officeart/2018/2/layout/IconVerticalSolidList"/>
    <dgm:cxn modelId="{A950CBB8-B197-49AD-A44B-63BB8DC3CA5B}" type="presParOf" srcId="{1676A99A-1102-4582-AD25-838EF64C77A7}" destId="{5A4FE6CF-15D3-4013-8E84-2C65F45284F3}" srcOrd="2" destOrd="0" presId="urn:microsoft.com/office/officeart/2018/2/layout/IconVerticalSolidList"/>
    <dgm:cxn modelId="{7809A448-4913-4F80-B4C2-35D07BB01011}" type="presParOf" srcId="{5A4FE6CF-15D3-4013-8E84-2C65F45284F3}" destId="{2078246E-E291-4B01-9173-F02668FB6B20}" srcOrd="0" destOrd="0" presId="urn:microsoft.com/office/officeart/2018/2/layout/IconVerticalSolidList"/>
    <dgm:cxn modelId="{CB5A945E-F1DF-4385-8270-9087671A7139}" type="presParOf" srcId="{5A4FE6CF-15D3-4013-8E84-2C65F45284F3}" destId="{0AFD0DD6-B040-446C-8746-143EF2F2353D}" srcOrd="1" destOrd="0" presId="urn:microsoft.com/office/officeart/2018/2/layout/IconVerticalSolidList"/>
    <dgm:cxn modelId="{7EFD1416-6772-4815-B07E-06F6FF98757E}" type="presParOf" srcId="{5A4FE6CF-15D3-4013-8E84-2C65F45284F3}" destId="{BF486D71-9CD9-4756-A5DE-B24405033F6C}" srcOrd="2" destOrd="0" presId="urn:microsoft.com/office/officeart/2018/2/layout/IconVerticalSolidList"/>
    <dgm:cxn modelId="{C8F26B27-A1FD-480B-9878-E1558E49F95F}" type="presParOf" srcId="{5A4FE6CF-15D3-4013-8E84-2C65F45284F3}" destId="{C7D61AB7-C89F-45D5-823E-E2A976D65AB6}" srcOrd="3" destOrd="0" presId="urn:microsoft.com/office/officeart/2018/2/layout/IconVerticalSolidList"/>
    <dgm:cxn modelId="{C1779353-EC41-49C1-A47C-156482FCFCA4}" type="presParOf" srcId="{1676A99A-1102-4582-AD25-838EF64C77A7}" destId="{CFB62260-DC22-4107-B429-B72D43659112}" srcOrd="3" destOrd="0" presId="urn:microsoft.com/office/officeart/2018/2/layout/IconVerticalSolidList"/>
    <dgm:cxn modelId="{88897009-3D8C-40EF-9F98-1BA6CF9BAD15}" type="presParOf" srcId="{1676A99A-1102-4582-AD25-838EF64C77A7}" destId="{B8B41E4C-408C-4C9C-99A7-6B3E031B0914}" srcOrd="4" destOrd="0" presId="urn:microsoft.com/office/officeart/2018/2/layout/IconVerticalSolidList"/>
    <dgm:cxn modelId="{09988FFA-58BB-413F-A516-55CCBF6C402F}" type="presParOf" srcId="{B8B41E4C-408C-4C9C-99A7-6B3E031B0914}" destId="{8378AEF1-4CE5-4566-B7EA-270E5FAF08AE}" srcOrd="0" destOrd="0" presId="urn:microsoft.com/office/officeart/2018/2/layout/IconVerticalSolidList"/>
    <dgm:cxn modelId="{DF53589C-C2B2-4CFE-A78A-D7816A99AFD4}" type="presParOf" srcId="{B8B41E4C-408C-4C9C-99A7-6B3E031B0914}" destId="{50C59CE3-B2C7-447F-966C-D0CC64967CE0}" srcOrd="1" destOrd="0" presId="urn:microsoft.com/office/officeart/2018/2/layout/IconVerticalSolidList"/>
    <dgm:cxn modelId="{13B6F359-FF4F-4005-A9FF-3BA34BC40485}" type="presParOf" srcId="{B8B41E4C-408C-4C9C-99A7-6B3E031B0914}" destId="{6F55155D-2434-4EF9-BB5B-9F61652C63C7}" srcOrd="2" destOrd="0" presId="urn:microsoft.com/office/officeart/2018/2/layout/IconVerticalSolidList"/>
    <dgm:cxn modelId="{1EEBA631-0C54-45D8-BB27-2B995E4B1D02}" type="presParOf" srcId="{B8B41E4C-408C-4C9C-99A7-6B3E031B0914}" destId="{98D751E2-7337-49FD-8BA1-61E245069385}" srcOrd="3" destOrd="0" presId="urn:microsoft.com/office/officeart/2018/2/layout/IconVerticalSolidList"/>
    <dgm:cxn modelId="{26E26534-0DB2-40E8-B842-6522A9755D58}" type="presParOf" srcId="{1676A99A-1102-4582-AD25-838EF64C77A7}" destId="{D28BAFDE-A5A9-4371-9F7F-F22B40B8EAC7}" srcOrd="5" destOrd="0" presId="urn:microsoft.com/office/officeart/2018/2/layout/IconVerticalSolidList"/>
    <dgm:cxn modelId="{895DBBAE-5FFD-4AF7-85B1-1B346FB6A595}" type="presParOf" srcId="{1676A99A-1102-4582-AD25-838EF64C77A7}" destId="{FD1F5F2C-CAA7-4695-B59E-DBD376BCE238}" srcOrd="6" destOrd="0" presId="urn:microsoft.com/office/officeart/2018/2/layout/IconVerticalSolidList"/>
    <dgm:cxn modelId="{F6871B7A-FB38-4DF1-AF77-AC4531F6E78A}" type="presParOf" srcId="{FD1F5F2C-CAA7-4695-B59E-DBD376BCE238}" destId="{EC1CEA5D-C0E6-4489-8AF7-1DEA3141D530}" srcOrd="0" destOrd="0" presId="urn:microsoft.com/office/officeart/2018/2/layout/IconVerticalSolidList"/>
    <dgm:cxn modelId="{1DEDACF9-E29E-4C85-960F-60216A8E2563}" type="presParOf" srcId="{FD1F5F2C-CAA7-4695-B59E-DBD376BCE238}" destId="{B00BD5EF-37BA-49A5-8574-FC9695D2E458}" srcOrd="1" destOrd="0" presId="urn:microsoft.com/office/officeart/2018/2/layout/IconVerticalSolidList"/>
    <dgm:cxn modelId="{3B128E3C-3B0F-497F-97D8-4415B113C7A9}" type="presParOf" srcId="{FD1F5F2C-CAA7-4695-B59E-DBD376BCE238}" destId="{E59B0F02-DB9B-49A4-86EF-698EA87C1695}" srcOrd="2" destOrd="0" presId="urn:microsoft.com/office/officeart/2018/2/layout/IconVerticalSolidList"/>
    <dgm:cxn modelId="{4E1C7A4A-5E49-4C08-A236-AEDAEC067767}" type="presParOf" srcId="{FD1F5F2C-CAA7-4695-B59E-DBD376BCE238}" destId="{3C0F7A6B-504E-4292-80B9-9043BF43B872}" srcOrd="3" destOrd="0" presId="urn:microsoft.com/office/officeart/2018/2/layout/IconVerticalSolidList"/>
    <dgm:cxn modelId="{2E794802-942A-404C-AA84-6425A673A290}" type="presParOf" srcId="{1676A99A-1102-4582-AD25-838EF64C77A7}" destId="{D5D8C536-7268-4749-A5D5-4CEDA720E1ED}" srcOrd="7" destOrd="0" presId="urn:microsoft.com/office/officeart/2018/2/layout/IconVerticalSolidList"/>
    <dgm:cxn modelId="{2803139D-AB76-4B7C-8E30-4633EE4A6EBD}" type="presParOf" srcId="{1676A99A-1102-4582-AD25-838EF64C77A7}" destId="{8C4B4BE7-AA8E-4358-8162-CFF2A4847C1C}" srcOrd="8" destOrd="0" presId="urn:microsoft.com/office/officeart/2018/2/layout/IconVerticalSolidList"/>
    <dgm:cxn modelId="{6FFC553E-CEA8-438A-A320-F1D27033D0EA}" type="presParOf" srcId="{8C4B4BE7-AA8E-4358-8162-CFF2A4847C1C}" destId="{3B29E39D-EB58-437D-9362-BBFD291AB0D2}" srcOrd="0" destOrd="0" presId="urn:microsoft.com/office/officeart/2018/2/layout/IconVerticalSolidList"/>
    <dgm:cxn modelId="{A170840B-B67E-4A8A-A722-CC0748C068DA}" type="presParOf" srcId="{8C4B4BE7-AA8E-4358-8162-CFF2A4847C1C}" destId="{A2B4EB16-D94D-486B-A6F4-53B36FED1517}" srcOrd="1" destOrd="0" presId="urn:microsoft.com/office/officeart/2018/2/layout/IconVerticalSolidList"/>
    <dgm:cxn modelId="{C1FC8DB3-F76C-4541-A6D3-C2244DE1602C}" type="presParOf" srcId="{8C4B4BE7-AA8E-4358-8162-CFF2A4847C1C}" destId="{45E3FF3E-99DB-47FB-8AA3-00C56D4A6176}" srcOrd="2" destOrd="0" presId="urn:microsoft.com/office/officeart/2018/2/layout/IconVerticalSolidList"/>
    <dgm:cxn modelId="{4BDF4F37-CD56-4026-9BD0-1CD63ADB1286}" type="presParOf" srcId="{8C4B4BE7-AA8E-4358-8162-CFF2A4847C1C}" destId="{AE04BD5C-B3BE-4EB2-BE08-F3A38F3DFBAE}" srcOrd="3" destOrd="0" presId="urn:microsoft.com/office/officeart/2018/2/layout/IconVerticalSolidList"/>
    <dgm:cxn modelId="{C55A04CD-5663-4AA9-8847-2E48A7161243}" type="presParOf" srcId="{1676A99A-1102-4582-AD25-838EF64C77A7}" destId="{7F2E863D-8752-417D-9D4C-1DB101E987C9}" srcOrd="9" destOrd="0" presId="urn:microsoft.com/office/officeart/2018/2/layout/IconVerticalSolidList"/>
    <dgm:cxn modelId="{4DD8BDA4-6C9E-4B74-9A0A-923F45A85120}" type="presParOf" srcId="{1676A99A-1102-4582-AD25-838EF64C77A7}" destId="{87E2D86D-5173-41FF-B75F-9D2A218B9A6A}" srcOrd="10" destOrd="0" presId="urn:microsoft.com/office/officeart/2018/2/layout/IconVerticalSolidList"/>
    <dgm:cxn modelId="{02D7EABB-4B1B-4D88-B288-A85C3A3D82EE}" type="presParOf" srcId="{87E2D86D-5173-41FF-B75F-9D2A218B9A6A}" destId="{0191C29A-4DE0-4BCC-AAA2-2748EA09E253}" srcOrd="0" destOrd="0" presId="urn:microsoft.com/office/officeart/2018/2/layout/IconVerticalSolidList"/>
    <dgm:cxn modelId="{CC6C1FE5-47C2-49D2-95EC-9F14C5E8F93C}" type="presParOf" srcId="{87E2D86D-5173-41FF-B75F-9D2A218B9A6A}" destId="{D7FE6EFD-FC3A-4170-BE03-46CCEAD574E0}" srcOrd="1" destOrd="0" presId="urn:microsoft.com/office/officeart/2018/2/layout/IconVerticalSolidList"/>
    <dgm:cxn modelId="{3D1F6650-A2BB-4C7C-9351-AE4B8B45E01E}" type="presParOf" srcId="{87E2D86D-5173-41FF-B75F-9D2A218B9A6A}" destId="{8B63D3CD-C8B5-4D56-AED6-1010E50AC9DB}" srcOrd="2" destOrd="0" presId="urn:microsoft.com/office/officeart/2018/2/layout/IconVerticalSolidList"/>
    <dgm:cxn modelId="{2C68CD0A-46E7-43A4-9F42-838DFA94E108}" type="presParOf" srcId="{87E2D86D-5173-41FF-B75F-9D2A218B9A6A}" destId="{DFC5216A-B53E-4E05-B045-FE4B79DF296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B4BFBCF-7507-4FD8-99EC-3960E37BAFC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E1CDB7E-9745-40B9-8162-73C7E7C40CFD}">
      <dgm:prSet/>
      <dgm:spPr/>
      <dgm:t>
        <a:bodyPr/>
        <a:lstStyle/>
        <a:p>
          <a:r>
            <a:rPr lang="en-US"/>
            <a:t>• Total Sales exceeded $56.4M</a:t>
          </a:r>
        </a:p>
      </dgm:t>
    </dgm:pt>
    <dgm:pt modelId="{327B91CC-F1AB-4C30-9964-B69D377FEF6E}" type="parTrans" cxnId="{E9632F50-B1E9-4D68-BF66-310A441376AC}">
      <dgm:prSet/>
      <dgm:spPr/>
      <dgm:t>
        <a:bodyPr/>
        <a:lstStyle/>
        <a:p>
          <a:endParaRPr lang="en-US"/>
        </a:p>
      </dgm:t>
    </dgm:pt>
    <dgm:pt modelId="{038814B3-C538-44EE-A0D2-AC92FC157F18}" type="sibTrans" cxnId="{E9632F50-B1E9-4D68-BF66-310A441376AC}">
      <dgm:prSet/>
      <dgm:spPr/>
      <dgm:t>
        <a:bodyPr/>
        <a:lstStyle/>
        <a:p>
          <a:endParaRPr lang="en-US"/>
        </a:p>
      </dgm:t>
    </dgm:pt>
    <dgm:pt modelId="{DE5861EA-D2E5-4315-8C7E-A45B82900396}">
      <dgm:prSet/>
      <dgm:spPr/>
      <dgm:t>
        <a:bodyPr/>
        <a:lstStyle/>
        <a:p>
          <a:r>
            <a:rPr lang="en-US"/>
            <a:t>• Overall Profit recorded a loss of $642,501</a:t>
          </a:r>
        </a:p>
      </dgm:t>
    </dgm:pt>
    <dgm:pt modelId="{7AE642BC-350B-4974-8A11-47B760E5E933}" type="parTrans" cxnId="{DF99B9F9-064D-4783-8E36-8E3E3E1BDD12}">
      <dgm:prSet/>
      <dgm:spPr/>
      <dgm:t>
        <a:bodyPr/>
        <a:lstStyle/>
        <a:p>
          <a:endParaRPr lang="en-US"/>
        </a:p>
      </dgm:t>
    </dgm:pt>
    <dgm:pt modelId="{6E0D44D2-F219-4AB0-8F8F-3930D77A1FE8}" type="sibTrans" cxnId="{DF99B9F9-064D-4783-8E36-8E3E3E1BDD12}">
      <dgm:prSet/>
      <dgm:spPr/>
      <dgm:t>
        <a:bodyPr/>
        <a:lstStyle/>
        <a:p>
          <a:endParaRPr lang="en-US"/>
        </a:p>
      </dgm:t>
    </dgm:pt>
    <dgm:pt modelId="{579AB4BF-D50C-41F1-96AB-E114C55935F1}">
      <dgm:prSet/>
      <dgm:spPr/>
      <dgm:t>
        <a:bodyPr/>
        <a:lstStyle/>
        <a:p>
          <a:r>
            <a:rPr lang="en-US"/>
            <a:t>• Water Bottles, USB Cables, and Backpacks were top products</a:t>
          </a:r>
        </a:p>
      </dgm:t>
    </dgm:pt>
    <dgm:pt modelId="{EC4BD4FA-100E-4A51-B09F-856F73AD2426}" type="parTrans" cxnId="{AFD6B84D-5649-42E2-9BFA-4CF75A84D270}">
      <dgm:prSet/>
      <dgm:spPr/>
      <dgm:t>
        <a:bodyPr/>
        <a:lstStyle/>
        <a:p>
          <a:endParaRPr lang="en-US"/>
        </a:p>
      </dgm:t>
    </dgm:pt>
    <dgm:pt modelId="{CBB51D57-21A0-406D-9A84-41CC210F47F2}" type="sibTrans" cxnId="{AFD6B84D-5649-42E2-9BFA-4CF75A84D270}">
      <dgm:prSet/>
      <dgm:spPr/>
      <dgm:t>
        <a:bodyPr/>
        <a:lstStyle/>
        <a:p>
          <a:endParaRPr lang="en-US"/>
        </a:p>
      </dgm:t>
    </dgm:pt>
    <dgm:pt modelId="{1B9C2819-8365-440A-B814-6ACFE3B2EC5A}">
      <dgm:prSet/>
      <dgm:spPr/>
      <dgm:t>
        <a:bodyPr/>
        <a:lstStyle/>
        <a:p>
          <a:r>
            <a:rPr lang="en-US"/>
            <a:t>• United States generated the highest regional sales</a:t>
          </a:r>
        </a:p>
      </dgm:t>
    </dgm:pt>
    <dgm:pt modelId="{AB0003AE-5180-4AD1-9319-3DCDA3D41CFB}" type="parTrans" cxnId="{9D8FDDFE-CA36-479D-9DC5-E7E3F7639157}">
      <dgm:prSet/>
      <dgm:spPr/>
      <dgm:t>
        <a:bodyPr/>
        <a:lstStyle/>
        <a:p>
          <a:endParaRPr lang="en-US"/>
        </a:p>
      </dgm:t>
    </dgm:pt>
    <dgm:pt modelId="{33DBC9B0-CDFD-46B4-A586-29F7C29F18A2}" type="sibTrans" cxnId="{9D8FDDFE-CA36-479D-9DC5-E7E3F7639157}">
      <dgm:prSet/>
      <dgm:spPr/>
      <dgm:t>
        <a:bodyPr/>
        <a:lstStyle/>
        <a:p>
          <a:endParaRPr lang="en-US"/>
        </a:p>
      </dgm:t>
    </dgm:pt>
    <dgm:pt modelId="{9A08B9B0-50AF-494E-86B1-9A7891B6791A}">
      <dgm:prSet/>
      <dgm:spPr/>
      <dgm:t>
        <a:bodyPr/>
        <a:lstStyle/>
        <a:p>
          <a:r>
            <a:rPr lang="en-US"/>
            <a:t>• Sales peaked between March and August</a:t>
          </a:r>
        </a:p>
      </dgm:t>
    </dgm:pt>
    <dgm:pt modelId="{1E52889E-6C39-459B-A9FA-FA94BEC57064}" type="parTrans" cxnId="{B7B2E65B-8317-4460-92F8-42D9604BA9B3}">
      <dgm:prSet/>
      <dgm:spPr/>
      <dgm:t>
        <a:bodyPr/>
        <a:lstStyle/>
        <a:p>
          <a:endParaRPr lang="en-US"/>
        </a:p>
      </dgm:t>
    </dgm:pt>
    <dgm:pt modelId="{70158778-2E9A-450B-8D75-52AF51936EB0}" type="sibTrans" cxnId="{B7B2E65B-8317-4460-92F8-42D9604BA9B3}">
      <dgm:prSet/>
      <dgm:spPr/>
      <dgm:t>
        <a:bodyPr/>
        <a:lstStyle/>
        <a:p>
          <a:endParaRPr lang="en-US"/>
        </a:p>
      </dgm:t>
    </dgm:pt>
    <dgm:pt modelId="{3F2DB67C-3337-43D5-AC62-866F6E5B39B7}" type="pres">
      <dgm:prSet presAssocID="{DB4BFBCF-7507-4FD8-99EC-3960E37BAFCD}" presName="root" presStyleCnt="0">
        <dgm:presLayoutVars>
          <dgm:dir/>
          <dgm:resizeHandles val="exact"/>
        </dgm:presLayoutVars>
      </dgm:prSet>
      <dgm:spPr/>
    </dgm:pt>
    <dgm:pt modelId="{76A85B42-2DF8-4656-91FD-B27704DC7213}" type="pres">
      <dgm:prSet presAssocID="{8E1CDB7E-9745-40B9-8162-73C7E7C40CFD}" presName="compNode" presStyleCnt="0"/>
      <dgm:spPr/>
    </dgm:pt>
    <dgm:pt modelId="{01256152-BBF6-4D9A-B65C-1C565BADA42B}" type="pres">
      <dgm:prSet presAssocID="{8E1CDB7E-9745-40B9-8162-73C7E7C40CFD}" presName="bgRect" presStyleLbl="bgShp" presStyleIdx="0" presStyleCnt="5"/>
      <dgm:spPr/>
    </dgm:pt>
    <dgm:pt modelId="{44088A60-C946-4FCB-8F95-E5ABDF7D5943}" type="pres">
      <dgm:prSet presAssocID="{8E1CDB7E-9745-40B9-8162-73C7E7C40CF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4D7B9782-4449-466B-84D2-B27F0FB7FF3E}" type="pres">
      <dgm:prSet presAssocID="{8E1CDB7E-9745-40B9-8162-73C7E7C40CFD}" presName="spaceRect" presStyleCnt="0"/>
      <dgm:spPr/>
    </dgm:pt>
    <dgm:pt modelId="{46DF92A2-4694-4181-835C-CFA41250BAB0}" type="pres">
      <dgm:prSet presAssocID="{8E1CDB7E-9745-40B9-8162-73C7E7C40CFD}" presName="parTx" presStyleLbl="revTx" presStyleIdx="0" presStyleCnt="5">
        <dgm:presLayoutVars>
          <dgm:chMax val="0"/>
          <dgm:chPref val="0"/>
        </dgm:presLayoutVars>
      </dgm:prSet>
      <dgm:spPr/>
    </dgm:pt>
    <dgm:pt modelId="{AEBA5F58-134C-4AD6-9AAE-E9FFB53B0ED6}" type="pres">
      <dgm:prSet presAssocID="{038814B3-C538-44EE-A0D2-AC92FC157F18}" presName="sibTrans" presStyleCnt="0"/>
      <dgm:spPr/>
    </dgm:pt>
    <dgm:pt modelId="{AFDF180A-0D1A-485B-B6A4-2969F2B3023F}" type="pres">
      <dgm:prSet presAssocID="{DE5861EA-D2E5-4315-8C7E-A45B82900396}" presName="compNode" presStyleCnt="0"/>
      <dgm:spPr/>
    </dgm:pt>
    <dgm:pt modelId="{E8BC03BD-4520-43FE-AAF3-606C46FEBEF9}" type="pres">
      <dgm:prSet presAssocID="{DE5861EA-D2E5-4315-8C7E-A45B82900396}" presName="bgRect" presStyleLbl="bgShp" presStyleIdx="1" presStyleCnt="5"/>
      <dgm:spPr/>
    </dgm:pt>
    <dgm:pt modelId="{B38D564B-0757-4CA7-853F-5FA99F3BD25A}" type="pres">
      <dgm:prSet presAssocID="{DE5861EA-D2E5-4315-8C7E-A45B8290039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C11358E1-5552-4A4F-B87D-59FF8D678035}" type="pres">
      <dgm:prSet presAssocID="{DE5861EA-D2E5-4315-8C7E-A45B82900396}" presName="spaceRect" presStyleCnt="0"/>
      <dgm:spPr/>
    </dgm:pt>
    <dgm:pt modelId="{BD05D450-CA60-4E6A-A5B8-2E3B0051C4B2}" type="pres">
      <dgm:prSet presAssocID="{DE5861EA-D2E5-4315-8C7E-A45B82900396}" presName="parTx" presStyleLbl="revTx" presStyleIdx="1" presStyleCnt="5">
        <dgm:presLayoutVars>
          <dgm:chMax val="0"/>
          <dgm:chPref val="0"/>
        </dgm:presLayoutVars>
      </dgm:prSet>
      <dgm:spPr/>
    </dgm:pt>
    <dgm:pt modelId="{33CB33D6-9D0A-4117-803F-A200CDF4876B}" type="pres">
      <dgm:prSet presAssocID="{6E0D44D2-F219-4AB0-8F8F-3930D77A1FE8}" presName="sibTrans" presStyleCnt="0"/>
      <dgm:spPr/>
    </dgm:pt>
    <dgm:pt modelId="{59146D51-E92C-4C41-9773-151964E21518}" type="pres">
      <dgm:prSet presAssocID="{579AB4BF-D50C-41F1-96AB-E114C55935F1}" presName="compNode" presStyleCnt="0"/>
      <dgm:spPr/>
    </dgm:pt>
    <dgm:pt modelId="{31A11F49-86D3-4484-9A55-001118ABD4D9}" type="pres">
      <dgm:prSet presAssocID="{579AB4BF-D50C-41F1-96AB-E114C55935F1}" presName="bgRect" presStyleLbl="bgShp" presStyleIdx="2" presStyleCnt="5"/>
      <dgm:spPr/>
    </dgm:pt>
    <dgm:pt modelId="{57741322-744A-4539-A385-6CE0E4E615DD}" type="pres">
      <dgm:prSet presAssocID="{579AB4BF-D50C-41F1-96AB-E114C55935F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pack"/>
        </a:ext>
      </dgm:extLst>
    </dgm:pt>
    <dgm:pt modelId="{E196D394-A6E3-4FFD-B9E3-52A77D1B00D1}" type="pres">
      <dgm:prSet presAssocID="{579AB4BF-D50C-41F1-96AB-E114C55935F1}" presName="spaceRect" presStyleCnt="0"/>
      <dgm:spPr/>
    </dgm:pt>
    <dgm:pt modelId="{7DAB6C54-96A8-456C-A308-38318CEB66F3}" type="pres">
      <dgm:prSet presAssocID="{579AB4BF-D50C-41F1-96AB-E114C55935F1}" presName="parTx" presStyleLbl="revTx" presStyleIdx="2" presStyleCnt="5">
        <dgm:presLayoutVars>
          <dgm:chMax val="0"/>
          <dgm:chPref val="0"/>
        </dgm:presLayoutVars>
      </dgm:prSet>
      <dgm:spPr/>
    </dgm:pt>
    <dgm:pt modelId="{80621406-F762-4E1A-A791-3CD627E4521C}" type="pres">
      <dgm:prSet presAssocID="{CBB51D57-21A0-406D-9A84-41CC210F47F2}" presName="sibTrans" presStyleCnt="0"/>
      <dgm:spPr/>
    </dgm:pt>
    <dgm:pt modelId="{62F7E3A4-DD4F-4430-A851-C23918ED080D}" type="pres">
      <dgm:prSet presAssocID="{1B9C2819-8365-440A-B814-6ACFE3B2EC5A}" presName="compNode" presStyleCnt="0"/>
      <dgm:spPr/>
    </dgm:pt>
    <dgm:pt modelId="{3B774E0D-952A-4D03-977B-9318638DE112}" type="pres">
      <dgm:prSet presAssocID="{1B9C2819-8365-440A-B814-6ACFE3B2EC5A}" presName="bgRect" presStyleLbl="bgShp" presStyleIdx="3" presStyleCnt="5"/>
      <dgm:spPr/>
    </dgm:pt>
    <dgm:pt modelId="{FC405BE8-8425-4022-AC21-F7A38936096B}" type="pres">
      <dgm:prSet presAssocID="{1B9C2819-8365-440A-B814-6ACFE3B2EC5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A9B7ECD-B6C9-4256-806B-1982EF0A3B44}" type="pres">
      <dgm:prSet presAssocID="{1B9C2819-8365-440A-B814-6ACFE3B2EC5A}" presName="spaceRect" presStyleCnt="0"/>
      <dgm:spPr/>
    </dgm:pt>
    <dgm:pt modelId="{686F7DA1-0738-4C10-B514-83FBA53F3E9B}" type="pres">
      <dgm:prSet presAssocID="{1B9C2819-8365-440A-B814-6ACFE3B2EC5A}" presName="parTx" presStyleLbl="revTx" presStyleIdx="3" presStyleCnt="5">
        <dgm:presLayoutVars>
          <dgm:chMax val="0"/>
          <dgm:chPref val="0"/>
        </dgm:presLayoutVars>
      </dgm:prSet>
      <dgm:spPr/>
    </dgm:pt>
    <dgm:pt modelId="{E06D7020-0FE8-4708-A25F-F94E5EA40828}" type="pres">
      <dgm:prSet presAssocID="{33DBC9B0-CDFD-46B4-A586-29F7C29F18A2}" presName="sibTrans" presStyleCnt="0"/>
      <dgm:spPr/>
    </dgm:pt>
    <dgm:pt modelId="{E4E6369E-C85F-4C3C-87AD-C158DBA452B3}" type="pres">
      <dgm:prSet presAssocID="{9A08B9B0-50AF-494E-86B1-9A7891B6791A}" presName="compNode" presStyleCnt="0"/>
      <dgm:spPr/>
    </dgm:pt>
    <dgm:pt modelId="{DA5E15E8-7C8E-4F93-B92D-25693D7344DE}" type="pres">
      <dgm:prSet presAssocID="{9A08B9B0-50AF-494E-86B1-9A7891B6791A}" presName="bgRect" presStyleLbl="bgShp" presStyleIdx="4" presStyleCnt="5"/>
      <dgm:spPr/>
    </dgm:pt>
    <dgm:pt modelId="{C4FFBEFB-E4DF-4BA6-8DE7-2D9BB94048AC}" type="pres">
      <dgm:prSet presAssocID="{9A08B9B0-50AF-494E-86B1-9A7891B6791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BABF8544-A236-4CEE-ADD4-D29570C78DD7}" type="pres">
      <dgm:prSet presAssocID="{9A08B9B0-50AF-494E-86B1-9A7891B6791A}" presName="spaceRect" presStyleCnt="0"/>
      <dgm:spPr/>
    </dgm:pt>
    <dgm:pt modelId="{7A90B0B7-4805-45E7-A704-5DC774B89B90}" type="pres">
      <dgm:prSet presAssocID="{9A08B9B0-50AF-494E-86B1-9A7891B6791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2D27B15-41BE-4F2C-93CD-4592865C6642}" type="presOf" srcId="{DB4BFBCF-7507-4FD8-99EC-3960E37BAFCD}" destId="{3F2DB67C-3337-43D5-AC62-866F6E5B39B7}" srcOrd="0" destOrd="0" presId="urn:microsoft.com/office/officeart/2018/2/layout/IconVerticalSolidList"/>
    <dgm:cxn modelId="{B7B2E65B-8317-4460-92F8-42D9604BA9B3}" srcId="{DB4BFBCF-7507-4FD8-99EC-3960E37BAFCD}" destId="{9A08B9B0-50AF-494E-86B1-9A7891B6791A}" srcOrd="4" destOrd="0" parTransId="{1E52889E-6C39-459B-A9FA-FA94BEC57064}" sibTransId="{70158778-2E9A-450B-8D75-52AF51936EB0}"/>
    <dgm:cxn modelId="{AFD6B84D-5649-42E2-9BFA-4CF75A84D270}" srcId="{DB4BFBCF-7507-4FD8-99EC-3960E37BAFCD}" destId="{579AB4BF-D50C-41F1-96AB-E114C55935F1}" srcOrd="2" destOrd="0" parTransId="{EC4BD4FA-100E-4A51-B09F-856F73AD2426}" sibTransId="{CBB51D57-21A0-406D-9A84-41CC210F47F2}"/>
    <dgm:cxn modelId="{5133254F-A114-4076-A7D7-48ECC8EE4CE7}" type="presOf" srcId="{1B9C2819-8365-440A-B814-6ACFE3B2EC5A}" destId="{686F7DA1-0738-4C10-B514-83FBA53F3E9B}" srcOrd="0" destOrd="0" presId="urn:microsoft.com/office/officeart/2018/2/layout/IconVerticalSolidList"/>
    <dgm:cxn modelId="{E9632F50-B1E9-4D68-BF66-310A441376AC}" srcId="{DB4BFBCF-7507-4FD8-99EC-3960E37BAFCD}" destId="{8E1CDB7E-9745-40B9-8162-73C7E7C40CFD}" srcOrd="0" destOrd="0" parTransId="{327B91CC-F1AB-4C30-9964-B69D377FEF6E}" sibTransId="{038814B3-C538-44EE-A0D2-AC92FC157F18}"/>
    <dgm:cxn modelId="{11A47858-B7DF-4769-9916-CD8622161F34}" type="presOf" srcId="{9A08B9B0-50AF-494E-86B1-9A7891B6791A}" destId="{7A90B0B7-4805-45E7-A704-5DC774B89B90}" srcOrd="0" destOrd="0" presId="urn:microsoft.com/office/officeart/2018/2/layout/IconVerticalSolidList"/>
    <dgm:cxn modelId="{CA0D3489-BBFE-4ABB-9BEE-78569431A0E3}" type="presOf" srcId="{DE5861EA-D2E5-4315-8C7E-A45B82900396}" destId="{BD05D450-CA60-4E6A-A5B8-2E3B0051C4B2}" srcOrd="0" destOrd="0" presId="urn:microsoft.com/office/officeart/2018/2/layout/IconVerticalSolidList"/>
    <dgm:cxn modelId="{1A0A17CE-B47B-47B5-97F2-32347D7CF6FD}" type="presOf" srcId="{8E1CDB7E-9745-40B9-8162-73C7E7C40CFD}" destId="{46DF92A2-4694-4181-835C-CFA41250BAB0}" srcOrd="0" destOrd="0" presId="urn:microsoft.com/office/officeart/2018/2/layout/IconVerticalSolidList"/>
    <dgm:cxn modelId="{0FEC64F6-F01C-4BD0-BF1C-426B10E06BD9}" type="presOf" srcId="{579AB4BF-D50C-41F1-96AB-E114C55935F1}" destId="{7DAB6C54-96A8-456C-A308-38318CEB66F3}" srcOrd="0" destOrd="0" presId="urn:microsoft.com/office/officeart/2018/2/layout/IconVerticalSolidList"/>
    <dgm:cxn modelId="{DF99B9F9-064D-4783-8E36-8E3E3E1BDD12}" srcId="{DB4BFBCF-7507-4FD8-99EC-3960E37BAFCD}" destId="{DE5861EA-D2E5-4315-8C7E-A45B82900396}" srcOrd="1" destOrd="0" parTransId="{7AE642BC-350B-4974-8A11-47B760E5E933}" sibTransId="{6E0D44D2-F219-4AB0-8F8F-3930D77A1FE8}"/>
    <dgm:cxn modelId="{9D8FDDFE-CA36-479D-9DC5-E7E3F7639157}" srcId="{DB4BFBCF-7507-4FD8-99EC-3960E37BAFCD}" destId="{1B9C2819-8365-440A-B814-6ACFE3B2EC5A}" srcOrd="3" destOrd="0" parTransId="{AB0003AE-5180-4AD1-9319-3DCDA3D41CFB}" sibTransId="{33DBC9B0-CDFD-46B4-A586-29F7C29F18A2}"/>
    <dgm:cxn modelId="{4C11F193-071E-4247-8BA0-D44102E17821}" type="presParOf" srcId="{3F2DB67C-3337-43D5-AC62-866F6E5B39B7}" destId="{76A85B42-2DF8-4656-91FD-B27704DC7213}" srcOrd="0" destOrd="0" presId="urn:microsoft.com/office/officeart/2018/2/layout/IconVerticalSolidList"/>
    <dgm:cxn modelId="{26147F7C-CE0C-4835-A2AD-19D5C8352E61}" type="presParOf" srcId="{76A85B42-2DF8-4656-91FD-B27704DC7213}" destId="{01256152-BBF6-4D9A-B65C-1C565BADA42B}" srcOrd="0" destOrd="0" presId="urn:microsoft.com/office/officeart/2018/2/layout/IconVerticalSolidList"/>
    <dgm:cxn modelId="{6FD18EE5-DD40-4655-BE47-17899D3AC57D}" type="presParOf" srcId="{76A85B42-2DF8-4656-91FD-B27704DC7213}" destId="{44088A60-C946-4FCB-8F95-E5ABDF7D5943}" srcOrd="1" destOrd="0" presId="urn:microsoft.com/office/officeart/2018/2/layout/IconVerticalSolidList"/>
    <dgm:cxn modelId="{BF922BC6-A4EC-4EF0-BAEE-03F1661FE31E}" type="presParOf" srcId="{76A85B42-2DF8-4656-91FD-B27704DC7213}" destId="{4D7B9782-4449-466B-84D2-B27F0FB7FF3E}" srcOrd="2" destOrd="0" presId="urn:microsoft.com/office/officeart/2018/2/layout/IconVerticalSolidList"/>
    <dgm:cxn modelId="{EA317305-C0C8-4623-A945-F79E7D78B2EA}" type="presParOf" srcId="{76A85B42-2DF8-4656-91FD-B27704DC7213}" destId="{46DF92A2-4694-4181-835C-CFA41250BAB0}" srcOrd="3" destOrd="0" presId="urn:microsoft.com/office/officeart/2018/2/layout/IconVerticalSolidList"/>
    <dgm:cxn modelId="{5865DAF7-3B26-4CDF-8CE2-5A07012483A7}" type="presParOf" srcId="{3F2DB67C-3337-43D5-AC62-866F6E5B39B7}" destId="{AEBA5F58-134C-4AD6-9AAE-E9FFB53B0ED6}" srcOrd="1" destOrd="0" presId="urn:microsoft.com/office/officeart/2018/2/layout/IconVerticalSolidList"/>
    <dgm:cxn modelId="{B114A377-CF5B-4827-ACA5-C74AA58411AA}" type="presParOf" srcId="{3F2DB67C-3337-43D5-AC62-866F6E5B39B7}" destId="{AFDF180A-0D1A-485B-B6A4-2969F2B3023F}" srcOrd="2" destOrd="0" presId="urn:microsoft.com/office/officeart/2018/2/layout/IconVerticalSolidList"/>
    <dgm:cxn modelId="{2D3EEB1B-22D2-4E88-909E-41F3D871153E}" type="presParOf" srcId="{AFDF180A-0D1A-485B-B6A4-2969F2B3023F}" destId="{E8BC03BD-4520-43FE-AAF3-606C46FEBEF9}" srcOrd="0" destOrd="0" presId="urn:microsoft.com/office/officeart/2018/2/layout/IconVerticalSolidList"/>
    <dgm:cxn modelId="{44EAAD7D-2841-434D-B628-C38022C83D82}" type="presParOf" srcId="{AFDF180A-0D1A-485B-B6A4-2969F2B3023F}" destId="{B38D564B-0757-4CA7-853F-5FA99F3BD25A}" srcOrd="1" destOrd="0" presId="urn:microsoft.com/office/officeart/2018/2/layout/IconVerticalSolidList"/>
    <dgm:cxn modelId="{ACE176F4-73E4-43FE-ABCE-9894A84953DD}" type="presParOf" srcId="{AFDF180A-0D1A-485B-B6A4-2969F2B3023F}" destId="{C11358E1-5552-4A4F-B87D-59FF8D678035}" srcOrd="2" destOrd="0" presId="urn:microsoft.com/office/officeart/2018/2/layout/IconVerticalSolidList"/>
    <dgm:cxn modelId="{E87F7342-9BC0-4E77-9D3D-05E8534BBA61}" type="presParOf" srcId="{AFDF180A-0D1A-485B-B6A4-2969F2B3023F}" destId="{BD05D450-CA60-4E6A-A5B8-2E3B0051C4B2}" srcOrd="3" destOrd="0" presId="urn:microsoft.com/office/officeart/2018/2/layout/IconVerticalSolidList"/>
    <dgm:cxn modelId="{675D933E-5899-40C8-BA62-441286069706}" type="presParOf" srcId="{3F2DB67C-3337-43D5-AC62-866F6E5B39B7}" destId="{33CB33D6-9D0A-4117-803F-A200CDF4876B}" srcOrd="3" destOrd="0" presId="urn:microsoft.com/office/officeart/2018/2/layout/IconVerticalSolidList"/>
    <dgm:cxn modelId="{FC80CDF6-C46B-4ECD-BF98-712A8ED83B51}" type="presParOf" srcId="{3F2DB67C-3337-43D5-AC62-866F6E5B39B7}" destId="{59146D51-E92C-4C41-9773-151964E21518}" srcOrd="4" destOrd="0" presId="urn:microsoft.com/office/officeart/2018/2/layout/IconVerticalSolidList"/>
    <dgm:cxn modelId="{B32EA1B6-32A9-4C87-AB3F-5ECA07BFB5A9}" type="presParOf" srcId="{59146D51-E92C-4C41-9773-151964E21518}" destId="{31A11F49-86D3-4484-9A55-001118ABD4D9}" srcOrd="0" destOrd="0" presId="urn:microsoft.com/office/officeart/2018/2/layout/IconVerticalSolidList"/>
    <dgm:cxn modelId="{F01100CC-AF5C-4EB6-94F5-A768444F4ED8}" type="presParOf" srcId="{59146D51-E92C-4C41-9773-151964E21518}" destId="{57741322-744A-4539-A385-6CE0E4E615DD}" srcOrd="1" destOrd="0" presId="urn:microsoft.com/office/officeart/2018/2/layout/IconVerticalSolidList"/>
    <dgm:cxn modelId="{CA0BE743-9148-4C97-A974-32D653961CE3}" type="presParOf" srcId="{59146D51-E92C-4C41-9773-151964E21518}" destId="{E196D394-A6E3-4FFD-B9E3-52A77D1B00D1}" srcOrd="2" destOrd="0" presId="urn:microsoft.com/office/officeart/2018/2/layout/IconVerticalSolidList"/>
    <dgm:cxn modelId="{8C994C9D-E025-44E1-9C9F-5CBEC581BA34}" type="presParOf" srcId="{59146D51-E92C-4C41-9773-151964E21518}" destId="{7DAB6C54-96A8-456C-A308-38318CEB66F3}" srcOrd="3" destOrd="0" presId="urn:microsoft.com/office/officeart/2018/2/layout/IconVerticalSolidList"/>
    <dgm:cxn modelId="{BC516853-7683-448F-BAC3-BD22536313F8}" type="presParOf" srcId="{3F2DB67C-3337-43D5-AC62-866F6E5B39B7}" destId="{80621406-F762-4E1A-A791-3CD627E4521C}" srcOrd="5" destOrd="0" presId="urn:microsoft.com/office/officeart/2018/2/layout/IconVerticalSolidList"/>
    <dgm:cxn modelId="{1D9E16C4-0705-4AAB-B8DE-FDDC6DBCF863}" type="presParOf" srcId="{3F2DB67C-3337-43D5-AC62-866F6E5B39B7}" destId="{62F7E3A4-DD4F-4430-A851-C23918ED080D}" srcOrd="6" destOrd="0" presId="urn:microsoft.com/office/officeart/2018/2/layout/IconVerticalSolidList"/>
    <dgm:cxn modelId="{DD42E705-AF6F-441B-A783-D53AFD62B644}" type="presParOf" srcId="{62F7E3A4-DD4F-4430-A851-C23918ED080D}" destId="{3B774E0D-952A-4D03-977B-9318638DE112}" srcOrd="0" destOrd="0" presId="urn:microsoft.com/office/officeart/2018/2/layout/IconVerticalSolidList"/>
    <dgm:cxn modelId="{F3AF711B-A775-42F8-83F9-B84A80ACFD72}" type="presParOf" srcId="{62F7E3A4-DD4F-4430-A851-C23918ED080D}" destId="{FC405BE8-8425-4022-AC21-F7A38936096B}" srcOrd="1" destOrd="0" presId="urn:microsoft.com/office/officeart/2018/2/layout/IconVerticalSolidList"/>
    <dgm:cxn modelId="{A79510C7-8D4D-4D85-8A90-7B9371CD4665}" type="presParOf" srcId="{62F7E3A4-DD4F-4430-A851-C23918ED080D}" destId="{6A9B7ECD-B6C9-4256-806B-1982EF0A3B44}" srcOrd="2" destOrd="0" presId="urn:microsoft.com/office/officeart/2018/2/layout/IconVerticalSolidList"/>
    <dgm:cxn modelId="{0921EC59-52C2-4A06-8589-30926072E3E4}" type="presParOf" srcId="{62F7E3A4-DD4F-4430-A851-C23918ED080D}" destId="{686F7DA1-0738-4C10-B514-83FBA53F3E9B}" srcOrd="3" destOrd="0" presId="urn:microsoft.com/office/officeart/2018/2/layout/IconVerticalSolidList"/>
    <dgm:cxn modelId="{AEC6873B-A349-4DBE-BBAF-2952D4D91FC6}" type="presParOf" srcId="{3F2DB67C-3337-43D5-AC62-866F6E5B39B7}" destId="{E06D7020-0FE8-4708-A25F-F94E5EA40828}" srcOrd="7" destOrd="0" presId="urn:microsoft.com/office/officeart/2018/2/layout/IconVerticalSolidList"/>
    <dgm:cxn modelId="{1B830827-068F-4C54-9533-C4D6BCE552A6}" type="presParOf" srcId="{3F2DB67C-3337-43D5-AC62-866F6E5B39B7}" destId="{E4E6369E-C85F-4C3C-87AD-C158DBA452B3}" srcOrd="8" destOrd="0" presId="urn:microsoft.com/office/officeart/2018/2/layout/IconVerticalSolidList"/>
    <dgm:cxn modelId="{2688F32B-C713-467C-98E2-A8E22184EFD2}" type="presParOf" srcId="{E4E6369E-C85F-4C3C-87AD-C158DBA452B3}" destId="{DA5E15E8-7C8E-4F93-B92D-25693D7344DE}" srcOrd="0" destOrd="0" presId="urn:microsoft.com/office/officeart/2018/2/layout/IconVerticalSolidList"/>
    <dgm:cxn modelId="{8E611AC9-DCEE-46C3-8501-61A3829229F4}" type="presParOf" srcId="{E4E6369E-C85F-4C3C-87AD-C158DBA452B3}" destId="{C4FFBEFB-E4DF-4BA6-8DE7-2D9BB94048AC}" srcOrd="1" destOrd="0" presId="urn:microsoft.com/office/officeart/2018/2/layout/IconVerticalSolidList"/>
    <dgm:cxn modelId="{C86E8B27-6462-4871-89F3-EA340B4F812B}" type="presParOf" srcId="{E4E6369E-C85F-4C3C-87AD-C158DBA452B3}" destId="{BABF8544-A236-4CEE-ADD4-D29570C78DD7}" srcOrd="2" destOrd="0" presId="urn:microsoft.com/office/officeart/2018/2/layout/IconVerticalSolidList"/>
    <dgm:cxn modelId="{D5092E8F-DE22-4D98-B710-3D93BEDD929F}" type="presParOf" srcId="{E4E6369E-C85F-4C3C-87AD-C158DBA452B3}" destId="{7A90B0B7-4805-45E7-A704-5DC774B89B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2536890-3252-4545-8BC6-F2EAB53AC12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96651C3-9050-426A-8415-E1100DE7C6CD}">
      <dgm:prSet/>
      <dgm:spPr/>
      <dgm:t>
        <a:bodyPr/>
        <a:lstStyle/>
        <a:p>
          <a:r>
            <a:rPr lang="en-US"/>
            <a:t>• Review operational and logistics costs</a:t>
          </a:r>
        </a:p>
      </dgm:t>
    </dgm:pt>
    <dgm:pt modelId="{7E578490-3287-4BA7-A27B-042CDF53CB8E}" type="parTrans" cxnId="{5B114EAD-A5AA-4A7A-BC3F-BB712598A14C}">
      <dgm:prSet/>
      <dgm:spPr/>
      <dgm:t>
        <a:bodyPr/>
        <a:lstStyle/>
        <a:p>
          <a:endParaRPr lang="en-US"/>
        </a:p>
      </dgm:t>
    </dgm:pt>
    <dgm:pt modelId="{F3E086D5-AC55-459E-83B5-9C2D55DFD7A5}" type="sibTrans" cxnId="{5B114EAD-A5AA-4A7A-BC3F-BB712598A14C}">
      <dgm:prSet/>
      <dgm:spPr/>
      <dgm:t>
        <a:bodyPr/>
        <a:lstStyle/>
        <a:p>
          <a:endParaRPr lang="en-US"/>
        </a:p>
      </dgm:t>
    </dgm:pt>
    <dgm:pt modelId="{EA5C9C21-4359-4F8C-AEE9-9916AB321D8E}">
      <dgm:prSet/>
      <dgm:spPr/>
      <dgm:t>
        <a:bodyPr/>
        <a:lstStyle/>
        <a:p>
          <a:r>
            <a:rPr lang="en-US"/>
            <a:t>• Increase stock for high‑demand products</a:t>
          </a:r>
        </a:p>
      </dgm:t>
    </dgm:pt>
    <dgm:pt modelId="{D255C100-C0A7-4D04-95F4-A708C78E94E9}" type="parTrans" cxnId="{DA89D783-3711-490C-B12E-4ECE3A2AA9D8}">
      <dgm:prSet/>
      <dgm:spPr/>
      <dgm:t>
        <a:bodyPr/>
        <a:lstStyle/>
        <a:p>
          <a:endParaRPr lang="en-US"/>
        </a:p>
      </dgm:t>
    </dgm:pt>
    <dgm:pt modelId="{EB9B7894-9C40-46B6-A7AB-78C17130DC8D}" type="sibTrans" cxnId="{DA89D783-3711-490C-B12E-4ECE3A2AA9D8}">
      <dgm:prSet/>
      <dgm:spPr/>
      <dgm:t>
        <a:bodyPr/>
        <a:lstStyle/>
        <a:p>
          <a:endParaRPr lang="en-US"/>
        </a:p>
      </dgm:t>
    </dgm:pt>
    <dgm:pt modelId="{D6843BE7-2177-4DB8-BDB3-498CC7ABA23C}">
      <dgm:prSet/>
      <dgm:spPr/>
      <dgm:t>
        <a:bodyPr/>
        <a:lstStyle/>
        <a:p>
          <a:r>
            <a:rPr lang="en-US"/>
            <a:t>• Improve marketing in weaker regions</a:t>
          </a:r>
        </a:p>
      </dgm:t>
    </dgm:pt>
    <dgm:pt modelId="{05ACC5EB-64EA-4325-B549-0B7C6E35D3A9}" type="parTrans" cxnId="{1316D012-1095-4FDB-9B9D-AA64D1CBE233}">
      <dgm:prSet/>
      <dgm:spPr/>
      <dgm:t>
        <a:bodyPr/>
        <a:lstStyle/>
        <a:p>
          <a:endParaRPr lang="en-US"/>
        </a:p>
      </dgm:t>
    </dgm:pt>
    <dgm:pt modelId="{9C9F8B6A-08A1-4218-97CD-43446834E272}" type="sibTrans" cxnId="{1316D012-1095-4FDB-9B9D-AA64D1CBE233}">
      <dgm:prSet/>
      <dgm:spPr/>
      <dgm:t>
        <a:bodyPr/>
        <a:lstStyle/>
        <a:p>
          <a:endParaRPr lang="en-US"/>
        </a:p>
      </dgm:t>
    </dgm:pt>
    <dgm:pt modelId="{9535D808-798B-47A7-B904-7BCCE04D6DC8}">
      <dgm:prSet/>
      <dgm:spPr/>
      <dgm:t>
        <a:bodyPr/>
        <a:lstStyle/>
        <a:p>
          <a:r>
            <a:rPr lang="en-US"/>
            <a:t>• Optimize pricing strategies</a:t>
          </a:r>
        </a:p>
      </dgm:t>
    </dgm:pt>
    <dgm:pt modelId="{20718142-8195-4CE3-A62E-51445AEBA3F5}" type="parTrans" cxnId="{3BE7E8B6-9AFD-485A-A215-C23910370AA9}">
      <dgm:prSet/>
      <dgm:spPr/>
      <dgm:t>
        <a:bodyPr/>
        <a:lstStyle/>
        <a:p>
          <a:endParaRPr lang="en-US"/>
        </a:p>
      </dgm:t>
    </dgm:pt>
    <dgm:pt modelId="{CF5DC760-3C0C-46CA-A92D-A651E0506400}" type="sibTrans" cxnId="{3BE7E8B6-9AFD-485A-A215-C23910370AA9}">
      <dgm:prSet/>
      <dgm:spPr/>
      <dgm:t>
        <a:bodyPr/>
        <a:lstStyle/>
        <a:p>
          <a:endParaRPr lang="en-US"/>
        </a:p>
      </dgm:t>
    </dgm:pt>
    <dgm:pt modelId="{58D057BE-CCA2-4910-98CF-55103403E3E7}">
      <dgm:prSet/>
      <dgm:spPr/>
      <dgm:t>
        <a:bodyPr/>
        <a:lstStyle/>
        <a:p>
          <a:r>
            <a:rPr lang="en-US"/>
            <a:t>• Align inventory with peak demand periods</a:t>
          </a:r>
        </a:p>
      </dgm:t>
    </dgm:pt>
    <dgm:pt modelId="{E5361129-4F5A-459E-821A-5A28A9D416E5}" type="parTrans" cxnId="{17B8CFA3-C0E8-4D53-B443-8EA9396A1A8B}">
      <dgm:prSet/>
      <dgm:spPr/>
      <dgm:t>
        <a:bodyPr/>
        <a:lstStyle/>
        <a:p>
          <a:endParaRPr lang="en-US"/>
        </a:p>
      </dgm:t>
    </dgm:pt>
    <dgm:pt modelId="{D6899D3F-0B7B-4060-9A21-387C9784129A}" type="sibTrans" cxnId="{17B8CFA3-C0E8-4D53-B443-8EA9396A1A8B}">
      <dgm:prSet/>
      <dgm:spPr/>
      <dgm:t>
        <a:bodyPr/>
        <a:lstStyle/>
        <a:p>
          <a:endParaRPr lang="en-US"/>
        </a:p>
      </dgm:t>
    </dgm:pt>
    <dgm:pt modelId="{5140AD94-C3DD-40ED-9A5E-28DE4841D3A7}" type="pres">
      <dgm:prSet presAssocID="{F2536890-3252-4545-8BC6-F2EAB53AC122}" presName="vert0" presStyleCnt="0">
        <dgm:presLayoutVars>
          <dgm:dir/>
          <dgm:animOne val="branch"/>
          <dgm:animLvl val="lvl"/>
        </dgm:presLayoutVars>
      </dgm:prSet>
      <dgm:spPr/>
    </dgm:pt>
    <dgm:pt modelId="{91B3A732-6124-4C93-AC29-DE05675492F8}" type="pres">
      <dgm:prSet presAssocID="{096651C3-9050-426A-8415-E1100DE7C6CD}" presName="thickLine" presStyleLbl="alignNode1" presStyleIdx="0" presStyleCnt="5"/>
      <dgm:spPr/>
    </dgm:pt>
    <dgm:pt modelId="{5285B6EB-50E5-4377-94E4-5586387F1522}" type="pres">
      <dgm:prSet presAssocID="{096651C3-9050-426A-8415-E1100DE7C6CD}" presName="horz1" presStyleCnt="0"/>
      <dgm:spPr/>
    </dgm:pt>
    <dgm:pt modelId="{8852D430-0E7D-4C83-B533-14CB943BCD68}" type="pres">
      <dgm:prSet presAssocID="{096651C3-9050-426A-8415-E1100DE7C6CD}" presName="tx1" presStyleLbl="revTx" presStyleIdx="0" presStyleCnt="5"/>
      <dgm:spPr/>
    </dgm:pt>
    <dgm:pt modelId="{470B5879-AEE1-4E08-9A9E-0923B4271250}" type="pres">
      <dgm:prSet presAssocID="{096651C3-9050-426A-8415-E1100DE7C6CD}" presName="vert1" presStyleCnt="0"/>
      <dgm:spPr/>
    </dgm:pt>
    <dgm:pt modelId="{E066758F-B489-48D6-A659-E5CBCBBD1BA4}" type="pres">
      <dgm:prSet presAssocID="{EA5C9C21-4359-4F8C-AEE9-9916AB321D8E}" presName="thickLine" presStyleLbl="alignNode1" presStyleIdx="1" presStyleCnt="5"/>
      <dgm:spPr/>
    </dgm:pt>
    <dgm:pt modelId="{EC530FC8-32FF-48AD-A1A8-6B211C06EB7B}" type="pres">
      <dgm:prSet presAssocID="{EA5C9C21-4359-4F8C-AEE9-9916AB321D8E}" presName="horz1" presStyleCnt="0"/>
      <dgm:spPr/>
    </dgm:pt>
    <dgm:pt modelId="{A54522AB-8438-4FF9-A2F2-2490CCA30BF0}" type="pres">
      <dgm:prSet presAssocID="{EA5C9C21-4359-4F8C-AEE9-9916AB321D8E}" presName="tx1" presStyleLbl="revTx" presStyleIdx="1" presStyleCnt="5"/>
      <dgm:spPr/>
    </dgm:pt>
    <dgm:pt modelId="{C891F0AB-88FE-483A-B33B-C5F29C3167F6}" type="pres">
      <dgm:prSet presAssocID="{EA5C9C21-4359-4F8C-AEE9-9916AB321D8E}" presName="vert1" presStyleCnt="0"/>
      <dgm:spPr/>
    </dgm:pt>
    <dgm:pt modelId="{637EA582-4CB1-4FAD-B33D-8A0797EDCAAD}" type="pres">
      <dgm:prSet presAssocID="{D6843BE7-2177-4DB8-BDB3-498CC7ABA23C}" presName="thickLine" presStyleLbl="alignNode1" presStyleIdx="2" presStyleCnt="5"/>
      <dgm:spPr/>
    </dgm:pt>
    <dgm:pt modelId="{97951E8B-990D-492A-ACF5-5DB276B5DEBF}" type="pres">
      <dgm:prSet presAssocID="{D6843BE7-2177-4DB8-BDB3-498CC7ABA23C}" presName="horz1" presStyleCnt="0"/>
      <dgm:spPr/>
    </dgm:pt>
    <dgm:pt modelId="{84E048F9-867D-4615-BD51-CD37B87AEAFC}" type="pres">
      <dgm:prSet presAssocID="{D6843BE7-2177-4DB8-BDB3-498CC7ABA23C}" presName="tx1" presStyleLbl="revTx" presStyleIdx="2" presStyleCnt="5"/>
      <dgm:spPr/>
    </dgm:pt>
    <dgm:pt modelId="{EC07AAC1-F90E-47B0-B1DC-8EF49259FBA1}" type="pres">
      <dgm:prSet presAssocID="{D6843BE7-2177-4DB8-BDB3-498CC7ABA23C}" presName="vert1" presStyleCnt="0"/>
      <dgm:spPr/>
    </dgm:pt>
    <dgm:pt modelId="{3F3E877D-9E73-4A6A-9D76-A0FF2C220FA8}" type="pres">
      <dgm:prSet presAssocID="{9535D808-798B-47A7-B904-7BCCE04D6DC8}" presName="thickLine" presStyleLbl="alignNode1" presStyleIdx="3" presStyleCnt="5"/>
      <dgm:spPr/>
    </dgm:pt>
    <dgm:pt modelId="{21D0C477-9EC1-49CF-8011-A9C0AC3AB2EB}" type="pres">
      <dgm:prSet presAssocID="{9535D808-798B-47A7-B904-7BCCE04D6DC8}" presName="horz1" presStyleCnt="0"/>
      <dgm:spPr/>
    </dgm:pt>
    <dgm:pt modelId="{FCDC5171-41F1-4400-897D-8C96746ADDF8}" type="pres">
      <dgm:prSet presAssocID="{9535D808-798B-47A7-B904-7BCCE04D6DC8}" presName="tx1" presStyleLbl="revTx" presStyleIdx="3" presStyleCnt="5"/>
      <dgm:spPr/>
    </dgm:pt>
    <dgm:pt modelId="{42A63935-DCE3-404C-8696-D3773E1F5C2E}" type="pres">
      <dgm:prSet presAssocID="{9535D808-798B-47A7-B904-7BCCE04D6DC8}" presName="vert1" presStyleCnt="0"/>
      <dgm:spPr/>
    </dgm:pt>
    <dgm:pt modelId="{5B2C9A26-C531-4F37-8648-23C6037F57CE}" type="pres">
      <dgm:prSet presAssocID="{58D057BE-CCA2-4910-98CF-55103403E3E7}" presName="thickLine" presStyleLbl="alignNode1" presStyleIdx="4" presStyleCnt="5"/>
      <dgm:spPr/>
    </dgm:pt>
    <dgm:pt modelId="{916B2336-1929-4714-9248-8320DAFD530C}" type="pres">
      <dgm:prSet presAssocID="{58D057BE-CCA2-4910-98CF-55103403E3E7}" presName="horz1" presStyleCnt="0"/>
      <dgm:spPr/>
    </dgm:pt>
    <dgm:pt modelId="{6A9AE3B7-67BB-48EA-9628-1FB2DF8662FF}" type="pres">
      <dgm:prSet presAssocID="{58D057BE-CCA2-4910-98CF-55103403E3E7}" presName="tx1" presStyleLbl="revTx" presStyleIdx="4" presStyleCnt="5"/>
      <dgm:spPr/>
    </dgm:pt>
    <dgm:pt modelId="{0BDFF12F-5884-4C7B-B525-DC1266B2FD40}" type="pres">
      <dgm:prSet presAssocID="{58D057BE-CCA2-4910-98CF-55103403E3E7}" presName="vert1" presStyleCnt="0"/>
      <dgm:spPr/>
    </dgm:pt>
  </dgm:ptLst>
  <dgm:cxnLst>
    <dgm:cxn modelId="{1316D012-1095-4FDB-9B9D-AA64D1CBE233}" srcId="{F2536890-3252-4545-8BC6-F2EAB53AC122}" destId="{D6843BE7-2177-4DB8-BDB3-498CC7ABA23C}" srcOrd="2" destOrd="0" parTransId="{05ACC5EB-64EA-4325-B549-0B7C6E35D3A9}" sibTransId="{9C9F8B6A-08A1-4218-97CD-43446834E272}"/>
    <dgm:cxn modelId="{54D62717-DA34-4730-9E40-5CB1C0ACD254}" type="presOf" srcId="{D6843BE7-2177-4DB8-BDB3-498CC7ABA23C}" destId="{84E048F9-867D-4615-BD51-CD37B87AEAFC}" srcOrd="0" destOrd="0" presId="urn:microsoft.com/office/officeart/2008/layout/LinedList"/>
    <dgm:cxn modelId="{1139B22E-C24D-4F82-8FB7-81FD74CF285E}" type="presOf" srcId="{EA5C9C21-4359-4F8C-AEE9-9916AB321D8E}" destId="{A54522AB-8438-4FF9-A2F2-2490CCA30BF0}" srcOrd="0" destOrd="0" presId="urn:microsoft.com/office/officeart/2008/layout/LinedList"/>
    <dgm:cxn modelId="{043F1B60-F181-4BC6-8FD9-D5AC0B67B642}" type="presOf" srcId="{58D057BE-CCA2-4910-98CF-55103403E3E7}" destId="{6A9AE3B7-67BB-48EA-9628-1FB2DF8662FF}" srcOrd="0" destOrd="0" presId="urn:microsoft.com/office/officeart/2008/layout/LinedList"/>
    <dgm:cxn modelId="{C6C5FD59-E7DD-4191-9B82-A7D96120FE81}" type="presOf" srcId="{9535D808-798B-47A7-B904-7BCCE04D6DC8}" destId="{FCDC5171-41F1-4400-897D-8C96746ADDF8}" srcOrd="0" destOrd="0" presId="urn:microsoft.com/office/officeart/2008/layout/LinedList"/>
    <dgm:cxn modelId="{DA89D783-3711-490C-B12E-4ECE3A2AA9D8}" srcId="{F2536890-3252-4545-8BC6-F2EAB53AC122}" destId="{EA5C9C21-4359-4F8C-AEE9-9916AB321D8E}" srcOrd="1" destOrd="0" parTransId="{D255C100-C0A7-4D04-95F4-A708C78E94E9}" sibTransId="{EB9B7894-9C40-46B6-A7AB-78C17130DC8D}"/>
    <dgm:cxn modelId="{FEB011A2-DC17-4DB7-A712-29B1A7C260BF}" type="presOf" srcId="{F2536890-3252-4545-8BC6-F2EAB53AC122}" destId="{5140AD94-C3DD-40ED-9A5E-28DE4841D3A7}" srcOrd="0" destOrd="0" presId="urn:microsoft.com/office/officeart/2008/layout/LinedList"/>
    <dgm:cxn modelId="{17B8CFA3-C0E8-4D53-B443-8EA9396A1A8B}" srcId="{F2536890-3252-4545-8BC6-F2EAB53AC122}" destId="{58D057BE-CCA2-4910-98CF-55103403E3E7}" srcOrd="4" destOrd="0" parTransId="{E5361129-4F5A-459E-821A-5A28A9D416E5}" sibTransId="{D6899D3F-0B7B-4060-9A21-387C9784129A}"/>
    <dgm:cxn modelId="{5B114EAD-A5AA-4A7A-BC3F-BB712598A14C}" srcId="{F2536890-3252-4545-8BC6-F2EAB53AC122}" destId="{096651C3-9050-426A-8415-E1100DE7C6CD}" srcOrd="0" destOrd="0" parTransId="{7E578490-3287-4BA7-A27B-042CDF53CB8E}" sibTransId="{F3E086D5-AC55-459E-83B5-9C2D55DFD7A5}"/>
    <dgm:cxn modelId="{3BE7E8B6-9AFD-485A-A215-C23910370AA9}" srcId="{F2536890-3252-4545-8BC6-F2EAB53AC122}" destId="{9535D808-798B-47A7-B904-7BCCE04D6DC8}" srcOrd="3" destOrd="0" parTransId="{20718142-8195-4CE3-A62E-51445AEBA3F5}" sibTransId="{CF5DC760-3C0C-46CA-A92D-A651E0506400}"/>
    <dgm:cxn modelId="{6D1649D5-14F2-41CD-9545-4557D6286184}" type="presOf" srcId="{096651C3-9050-426A-8415-E1100DE7C6CD}" destId="{8852D430-0E7D-4C83-B533-14CB943BCD68}" srcOrd="0" destOrd="0" presId="urn:microsoft.com/office/officeart/2008/layout/LinedList"/>
    <dgm:cxn modelId="{D0E775E8-299A-4CDA-9341-730A6B9FABC8}" type="presParOf" srcId="{5140AD94-C3DD-40ED-9A5E-28DE4841D3A7}" destId="{91B3A732-6124-4C93-AC29-DE05675492F8}" srcOrd="0" destOrd="0" presId="urn:microsoft.com/office/officeart/2008/layout/LinedList"/>
    <dgm:cxn modelId="{4A1828DB-E358-42FD-BA31-9EDC3B83FBD4}" type="presParOf" srcId="{5140AD94-C3DD-40ED-9A5E-28DE4841D3A7}" destId="{5285B6EB-50E5-4377-94E4-5586387F1522}" srcOrd="1" destOrd="0" presId="urn:microsoft.com/office/officeart/2008/layout/LinedList"/>
    <dgm:cxn modelId="{C98A8E51-5A02-42F7-83CF-2314268C1478}" type="presParOf" srcId="{5285B6EB-50E5-4377-94E4-5586387F1522}" destId="{8852D430-0E7D-4C83-B533-14CB943BCD68}" srcOrd="0" destOrd="0" presId="urn:microsoft.com/office/officeart/2008/layout/LinedList"/>
    <dgm:cxn modelId="{F9BBABB0-1C3B-45EB-A6E7-22D926D65F97}" type="presParOf" srcId="{5285B6EB-50E5-4377-94E4-5586387F1522}" destId="{470B5879-AEE1-4E08-9A9E-0923B4271250}" srcOrd="1" destOrd="0" presId="urn:microsoft.com/office/officeart/2008/layout/LinedList"/>
    <dgm:cxn modelId="{0D6F4015-72AE-4D9D-BDF0-313416314D86}" type="presParOf" srcId="{5140AD94-C3DD-40ED-9A5E-28DE4841D3A7}" destId="{E066758F-B489-48D6-A659-E5CBCBBD1BA4}" srcOrd="2" destOrd="0" presId="urn:microsoft.com/office/officeart/2008/layout/LinedList"/>
    <dgm:cxn modelId="{DF98782E-1CA6-4EE7-B03B-54C530EA47D4}" type="presParOf" srcId="{5140AD94-C3DD-40ED-9A5E-28DE4841D3A7}" destId="{EC530FC8-32FF-48AD-A1A8-6B211C06EB7B}" srcOrd="3" destOrd="0" presId="urn:microsoft.com/office/officeart/2008/layout/LinedList"/>
    <dgm:cxn modelId="{F68C332D-954D-45F2-A566-956BEA4BDC1F}" type="presParOf" srcId="{EC530FC8-32FF-48AD-A1A8-6B211C06EB7B}" destId="{A54522AB-8438-4FF9-A2F2-2490CCA30BF0}" srcOrd="0" destOrd="0" presId="urn:microsoft.com/office/officeart/2008/layout/LinedList"/>
    <dgm:cxn modelId="{33BE61C4-F45A-4761-B136-02CDD9029B45}" type="presParOf" srcId="{EC530FC8-32FF-48AD-A1A8-6B211C06EB7B}" destId="{C891F0AB-88FE-483A-B33B-C5F29C3167F6}" srcOrd="1" destOrd="0" presId="urn:microsoft.com/office/officeart/2008/layout/LinedList"/>
    <dgm:cxn modelId="{D73AB08F-E1EE-4FF8-A906-C4908D54E96A}" type="presParOf" srcId="{5140AD94-C3DD-40ED-9A5E-28DE4841D3A7}" destId="{637EA582-4CB1-4FAD-B33D-8A0797EDCAAD}" srcOrd="4" destOrd="0" presId="urn:microsoft.com/office/officeart/2008/layout/LinedList"/>
    <dgm:cxn modelId="{E156F402-FB33-4C95-B3F9-1011E1DAC16D}" type="presParOf" srcId="{5140AD94-C3DD-40ED-9A5E-28DE4841D3A7}" destId="{97951E8B-990D-492A-ACF5-5DB276B5DEBF}" srcOrd="5" destOrd="0" presId="urn:microsoft.com/office/officeart/2008/layout/LinedList"/>
    <dgm:cxn modelId="{7C01008F-66A5-4AE7-8B32-87AD0101B712}" type="presParOf" srcId="{97951E8B-990D-492A-ACF5-5DB276B5DEBF}" destId="{84E048F9-867D-4615-BD51-CD37B87AEAFC}" srcOrd="0" destOrd="0" presId="urn:microsoft.com/office/officeart/2008/layout/LinedList"/>
    <dgm:cxn modelId="{3E3065DC-B542-4258-8D66-A08C599D5C5F}" type="presParOf" srcId="{97951E8B-990D-492A-ACF5-5DB276B5DEBF}" destId="{EC07AAC1-F90E-47B0-B1DC-8EF49259FBA1}" srcOrd="1" destOrd="0" presId="urn:microsoft.com/office/officeart/2008/layout/LinedList"/>
    <dgm:cxn modelId="{7C9EC281-C13F-4B3D-9AC8-A5F5D73A4C65}" type="presParOf" srcId="{5140AD94-C3DD-40ED-9A5E-28DE4841D3A7}" destId="{3F3E877D-9E73-4A6A-9D76-A0FF2C220FA8}" srcOrd="6" destOrd="0" presId="urn:microsoft.com/office/officeart/2008/layout/LinedList"/>
    <dgm:cxn modelId="{D1358DAF-C04F-424D-8BAC-1B18C7F4C60E}" type="presParOf" srcId="{5140AD94-C3DD-40ED-9A5E-28DE4841D3A7}" destId="{21D0C477-9EC1-49CF-8011-A9C0AC3AB2EB}" srcOrd="7" destOrd="0" presId="urn:microsoft.com/office/officeart/2008/layout/LinedList"/>
    <dgm:cxn modelId="{DBF14C26-34E7-4B6D-80E3-10D07130B127}" type="presParOf" srcId="{21D0C477-9EC1-49CF-8011-A9C0AC3AB2EB}" destId="{FCDC5171-41F1-4400-897D-8C96746ADDF8}" srcOrd="0" destOrd="0" presId="urn:microsoft.com/office/officeart/2008/layout/LinedList"/>
    <dgm:cxn modelId="{7CBED8EF-978A-44F5-BE95-60B0109ABD83}" type="presParOf" srcId="{21D0C477-9EC1-49CF-8011-A9C0AC3AB2EB}" destId="{42A63935-DCE3-404C-8696-D3773E1F5C2E}" srcOrd="1" destOrd="0" presId="urn:microsoft.com/office/officeart/2008/layout/LinedList"/>
    <dgm:cxn modelId="{86A40907-1183-4423-89FC-CE11139737EF}" type="presParOf" srcId="{5140AD94-C3DD-40ED-9A5E-28DE4841D3A7}" destId="{5B2C9A26-C531-4F37-8648-23C6037F57CE}" srcOrd="8" destOrd="0" presId="urn:microsoft.com/office/officeart/2008/layout/LinedList"/>
    <dgm:cxn modelId="{4C6BAEAB-5E7D-4D92-8C27-583F997A4D8A}" type="presParOf" srcId="{5140AD94-C3DD-40ED-9A5E-28DE4841D3A7}" destId="{916B2336-1929-4714-9248-8320DAFD530C}" srcOrd="9" destOrd="0" presId="urn:microsoft.com/office/officeart/2008/layout/LinedList"/>
    <dgm:cxn modelId="{7BC606EC-B4C6-4F0F-B89B-4E125AC3A585}" type="presParOf" srcId="{916B2336-1929-4714-9248-8320DAFD530C}" destId="{6A9AE3B7-67BB-48EA-9628-1FB2DF8662FF}" srcOrd="0" destOrd="0" presId="urn:microsoft.com/office/officeart/2008/layout/LinedList"/>
    <dgm:cxn modelId="{B552069A-162A-418D-A899-8180BFE1CAD5}" type="presParOf" srcId="{916B2336-1929-4714-9248-8320DAFD530C}" destId="{0BDFF12F-5884-4C7B-B525-DC1266B2FD4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E2E47EF-8464-4EF3-9FCD-250CF3A40D5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FCAC977-EF70-41C0-805A-9E163ABECC94}">
      <dgm:prSet/>
      <dgm:spPr/>
      <dgm:t>
        <a:bodyPr/>
        <a:lstStyle/>
        <a:p>
          <a:r>
            <a:rPr lang="en-US" dirty="0"/>
            <a:t>The dashboard provides a clear view of sales performance, profitability challenges and growth opportunities.</a:t>
          </a:r>
        </a:p>
      </dgm:t>
    </dgm:pt>
    <dgm:pt modelId="{A5F970C2-BB20-4FBD-B82D-ACD87603A40B}" type="parTrans" cxnId="{85683F86-8DC4-4A0E-84A3-6739D804CBCD}">
      <dgm:prSet/>
      <dgm:spPr/>
      <dgm:t>
        <a:bodyPr/>
        <a:lstStyle/>
        <a:p>
          <a:endParaRPr lang="en-US"/>
        </a:p>
      </dgm:t>
    </dgm:pt>
    <dgm:pt modelId="{4E632B50-7E41-41C6-97CE-179CD3B237AD}" type="sibTrans" cxnId="{85683F86-8DC4-4A0E-84A3-6739D804CBCD}">
      <dgm:prSet/>
      <dgm:spPr/>
      <dgm:t>
        <a:bodyPr/>
        <a:lstStyle/>
        <a:p>
          <a:endParaRPr lang="en-US"/>
        </a:p>
      </dgm:t>
    </dgm:pt>
    <dgm:pt modelId="{C2CD2D79-7853-4220-A2A5-6D52F6646095}">
      <dgm:prSet/>
      <dgm:spPr/>
      <dgm:t>
        <a:bodyPr/>
        <a:lstStyle/>
        <a:p>
          <a:r>
            <a:rPr lang="en-US"/>
            <a:t>Data‑driven decisions can improve revenue and operational efficiency.</a:t>
          </a:r>
        </a:p>
      </dgm:t>
    </dgm:pt>
    <dgm:pt modelId="{B5811095-7614-4A06-856C-51BF064C3A3C}" type="parTrans" cxnId="{407ADD81-7E83-428A-9F43-429EB453CE0A}">
      <dgm:prSet/>
      <dgm:spPr/>
      <dgm:t>
        <a:bodyPr/>
        <a:lstStyle/>
        <a:p>
          <a:endParaRPr lang="en-US"/>
        </a:p>
      </dgm:t>
    </dgm:pt>
    <dgm:pt modelId="{7DCFBBD2-B61C-47C6-8294-5337AAD65E86}" type="sibTrans" cxnId="{407ADD81-7E83-428A-9F43-429EB453CE0A}">
      <dgm:prSet/>
      <dgm:spPr/>
      <dgm:t>
        <a:bodyPr/>
        <a:lstStyle/>
        <a:p>
          <a:endParaRPr lang="en-US"/>
        </a:p>
      </dgm:t>
    </dgm:pt>
    <dgm:pt modelId="{D375481C-6AF1-42FD-AECB-5AA97F4D4D7D}" type="pres">
      <dgm:prSet presAssocID="{8E2E47EF-8464-4EF3-9FCD-250CF3A40D5C}" presName="linear" presStyleCnt="0">
        <dgm:presLayoutVars>
          <dgm:animLvl val="lvl"/>
          <dgm:resizeHandles val="exact"/>
        </dgm:presLayoutVars>
      </dgm:prSet>
      <dgm:spPr/>
    </dgm:pt>
    <dgm:pt modelId="{85782E17-FD5F-4FB6-B3DA-77F5A38964E7}" type="pres">
      <dgm:prSet presAssocID="{4FCAC977-EF70-41C0-805A-9E163ABECC9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8094637-B3DF-4D6A-A664-B5EEB2715229}" type="pres">
      <dgm:prSet presAssocID="{4E632B50-7E41-41C6-97CE-179CD3B237AD}" presName="spacer" presStyleCnt="0"/>
      <dgm:spPr/>
    </dgm:pt>
    <dgm:pt modelId="{D65F6256-556C-4649-8050-EB3906BCA8F3}" type="pres">
      <dgm:prSet presAssocID="{C2CD2D79-7853-4220-A2A5-6D52F664609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63A6406-897C-4747-B957-D591A2873E66}" type="presOf" srcId="{8E2E47EF-8464-4EF3-9FCD-250CF3A40D5C}" destId="{D375481C-6AF1-42FD-AECB-5AA97F4D4D7D}" srcOrd="0" destOrd="0" presId="urn:microsoft.com/office/officeart/2005/8/layout/vList2"/>
    <dgm:cxn modelId="{407ADD81-7E83-428A-9F43-429EB453CE0A}" srcId="{8E2E47EF-8464-4EF3-9FCD-250CF3A40D5C}" destId="{C2CD2D79-7853-4220-A2A5-6D52F6646095}" srcOrd="1" destOrd="0" parTransId="{B5811095-7614-4A06-856C-51BF064C3A3C}" sibTransId="{7DCFBBD2-B61C-47C6-8294-5337AAD65E86}"/>
    <dgm:cxn modelId="{85683F86-8DC4-4A0E-84A3-6739D804CBCD}" srcId="{8E2E47EF-8464-4EF3-9FCD-250CF3A40D5C}" destId="{4FCAC977-EF70-41C0-805A-9E163ABECC94}" srcOrd="0" destOrd="0" parTransId="{A5F970C2-BB20-4FBD-B82D-ACD87603A40B}" sibTransId="{4E632B50-7E41-41C6-97CE-179CD3B237AD}"/>
    <dgm:cxn modelId="{53CAE192-0E9F-46BB-9A05-1B0DEE4877FA}" type="presOf" srcId="{C2CD2D79-7853-4220-A2A5-6D52F6646095}" destId="{D65F6256-556C-4649-8050-EB3906BCA8F3}" srcOrd="0" destOrd="0" presId="urn:microsoft.com/office/officeart/2005/8/layout/vList2"/>
    <dgm:cxn modelId="{51D15BAC-F384-4220-A9A6-43DC756FC674}" type="presOf" srcId="{4FCAC977-EF70-41C0-805A-9E163ABECC94}" destId="{85782E17-FD5F-4FB6-B3DA-77F5A38964E7}" srcOrd="0" destOrd="0" presId="urn:microsoft.com/office/officeart/2005/8/layout/vList2"/>
    <dgm:cxn modelId="{30C20129-9F6A-40AA-981A-B49ACF8C8483}" type="presParOf" srcId="{D375481C-6AF1-42FD-AECB-5AA97F4D4D7D}" destId="{85782E17-FD5F-4FB6-B3DA-77F5A38964E7}" srcOrd="0" destOrd="0" presId="urn:microsoft.com/office/officeart/2005/8/layout/vList2"/>
    <dgm:cxn modelId="{1B42D1E1-D375-4D71-9CEA-D2D6793D833F}" type="presParOf" srcId="{D375481C-6AF1-42FD-AECB-5AA97F4D4D7D}" destId="{F8094637-B3DF-4D6A-A664-B5EEB2715229}" srcOrd="1" destOrd="0" presId="urn:microsoft.com/office/officeart/2005/8/layout/vList2"/>
    <dgm:cxn modelId="{45CB129B-0651-4479-BC06-603D7D5C1B28}" type="presParOf" srcId="{D375481C-6AF1-42FD-AECB-5AA97F4D4D7D}" destId="{D65F6256-556C-4649-8050-EB3906BCA8F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5B126-21BD-4FFC-917B-DBE9B6840CAC}">
      <dsp:nvSpPr>
        <dsp:cNvPr id="0" name=""/>
        <dsp:cNvSpPr/>
      </dsp:nvSpPr>
      <dsp:spPr>
        <a:xfrm>
          <a:off x="0" y="405910"/>
          <a:ext cx="4726201" cy="249173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This project analyzes transactional sales data for an online retail company.</a:t>
          </a:r>
        </a:p>
      </dsp:txBody>
      <dsp:txXfrm>
        <a:off x="121636" y="527546"/>
        <a:ext cx="4482929" cy="2248462"/>
      </dsp:txXfrm>
    </dsp:sp>
    <dsp:sp modelId="{81682587-8739-45B7-AA8C-2531A30874A1}">
      <dsp:nvSpPr>
        <dsp:cNvPr id="0" name=""/>
        <dsp:cNvSpPr/>
      </dsp:nvSpPr>
      <dsp:spPr>
        <a:xfrm>
          <a:off x="0" y="2981164"/>
          <a:ext cx="4726201" cy="249173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objective was to transform raw data into meaningful insights using Excel dashboards to support business decision‑making.</a:t>
          </a:r>
        </a:p>
      </dsp:txBody>
      <dsp:txXfrm>
        <a:off x="121636" y="3102800"/>
        <a:ext cx="4482929" cy="22484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2DE44-5BC5-446F-8194-42833EC2AB88}">
      <dsp:nvSpPr>
        <dsp:cNvPr id="0" name=""/>
        <dsp:cNvSpPr/>
      </dsp:nvSpPr>
      <dsp:spPr>
        <a:xfrm>
          <a:off x="0" y="4807"/>
          <a:ext cx="4726201" cy="10239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52DDA3-FCCC-473F-9FFF-C91C395203CF}">
      <dsp:nvSpPr>
        <dsp:cNvPr id="0" name=""/>
        <dsp:cNvSpPr/>
      </dsp:nvSpPr>
      <dsp:spPr>
        <a:xfrm>
          <a:off x="309751" y="235200"/>
          <a:ext cx="563183" cy="5631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A9E7FF-2AAB-4005-B616-69514A0DEE31}">
      <dsp:nvSpPr>
        <dsp:cNvPr id="0" name=""/>
        <dsp:cNvSpPr/>
      </dsp:nvSpPr>
      <dsp:spPr>
        <a:xfrm>
          <a:off x="1182685" y="4807"/>
          <a:ext cx="3543515" cy="1023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0" tIns="108370" rIns="108370" bIns="1083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Identify sales trends across regions and time</a:t>
          </a:r>
        </a:p>
      </dsp:txBody>
      <dsp:txXfrm>
        <a:off x="1182685" y="4807"/>
        <a:ext cx="3543515" cy="1023970"/>
      </dsp:txXfrm>
    </dsp:sp>
    <dsp:sp modelId="{18985ECB-C38B-4A0F-9247-274556F4ED7E}">
      <dsp:nvSpPr>
        <dsp:cNvPr id="0" name=""/>
        <dsp:cNvSpPr/>
      </dsp:nvSpPr>
      <dsp:spPr>
        <a:xfrm>
          <a:off x="0" y="1284770"/>
          <a:ext cx="4726201" cy="10239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5BAC74-B41D-4E90-93C5-8842F15AB6CC}">
      <dsp:nvSpPr>
        <dsp:cNvPr id="0" name=""/>
        <dsp:cNvSpPr/>
      </dsp:nvSpPr>
      <dsp:spPr>
        <a:xfrm>
          <a:off x="309751" y="1515163"/>
          <a:ext cx="563183" cy="5631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8F6C6-4F5D-47E1-A353-D3D98BFAE80E}">
      <dsp:nvSpPr>
        <dsp:cNvPr id="0" name=""/>
        <dsp:cNvSpPr/>
      </dsp:nvSpPr>
      <dsp:spPr>
        <a:xfrm>
          <a:off x="1182685" y="1284770"/>
          <a:ext cx="3543515" cy="1023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0" tIns="108370" rIns="108370" bIns="1083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Detect top‑performing and underperforming products</a:t>
          </a:r>
        </a:p>
      </dsp:txBody>
      <dsp:txXfrm>
        <a:off x="1182685" y="1284770"/>
        <a:ext cx="3543515" cy="1023970"/>
      </dsp:txXfrm>
    </dsp:sp>
    <dsp:sp modelId="{02007E4D-7635-4E8D-B50F-E8785FAC4CB9}">
      <dsp:nvSpPr>
        <dsp:cNvPr id="0" name=""/>
        <dsp:cNvSpPr/>
      </dsp:nvSpPr>
      <dsp:spPr>
        <a:xfrm>
          <a:off x="0" y="2564733"/>
          <a:ext cx="4726201" cy="10239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99C077-A9FA-4AB4-BB0F-5B024B64836B}">
      <dsp:nvSpPr>
        <dsp:cNvPr id="0" name=""/>
        <dsp:cNvSpPr/>
      </dsp:nvSpPr>
      <dsp:spPr>
        <a:xfrm>
          <a:off x="309751" y="2795126"/>
          <a:ext cx="563183" cy="5631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103B8F-300A-4D30-B822-FDEA556232D2}">
      <dsp:nvSpPr>
        <dsp:cNvPr id="0" name=""/>
        <dsp:cNvSpPr/>
      </dsp:nvSpPr>
      <dsp:spPr>
        <a:xfrm>
          <a:off x="1182685" y="2564733"/>
          <a:ext cx="3543515" cy="1023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0" tIns="108370" rIns="108370" bIns="1083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Analyze profitability</a:t>
          </a:r>
        </a:p>
      </dsp:txBody>
      <dsp:txXfrm>
        <a:off x="1182685" y="2564733"/>
        <a:ext cx="3543515" cy="1023970"/>
      </dsp:txXfrm>
    </dsp:sp>
    <dsp:sp modelId="{32C24AED-636E-423C-9B81-1960930C9494}">
      <dsp:nvSpPr>
        <dsp:cNvPr id="0" name=""/>
        <dsp:cNvSpPr/>
      </dsp:nvSpPr>
      <dsp:spPr>
        <a:xfrm>
          <a:off x="0" y="3844696"/>
          <a:ext cx="4726201" cy="10239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12C9EB-8997-41CF-9007-B02DF0C3ED10}">
      <dsp:nvSpPr>
        <dsp:cNvPr id="0" name=""/>
        <dsp:cNvSpPr/>
      </dsp:nvSpPr>
      <dsp:spPr>
        <a:xfrm>
          <a:off x="309751" y="4075089"/>
          <a:ext cx="563183" cy="5631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35A1E-900B-4C8E-BEB9-AAC0BC2DF640}">
      <dsp:nvSpPr>
        <dsp:cNvPr id="0" name=""/>
        <dsp:cNvSpPr/>
      </dsp:nvSpPr>
      <dsp:spPr>
        <a:xfrm>
          <a:off x="1182685" y="3844696"/>
          <a:ext cx="3543515" cy="1023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0" tIns="108370" rIns="108370" bIns="1083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Build interactive dashboards</a:t>
          </a:r>
        </a:p>
      </dsp:txBody>
      <dsp:txXfrm>
        <a:off x="1182685" y="3844696"/>
        <a:ext cx="3543515" cy="1023970"/>
      </dsp:txXfrm>
    </dsp:sp>
    <dsp:sp modelId="{EA2DDEDA-2FB6-4F06-8D93-57E06A1416CB}">
      <dsp:nvSpPr>
        <dsp:cNvPr id="0" name=""/>
        <dsp:cNvSpPr/>
      </dsp:nvSpPr>
      <dsp:spPr>
        <a:xfrm>
          <a:off x="0" y="5124659"/>
          <a:ext cx="4726201" cy="10239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48DC20-90CA-4690-917D-D9E89D113E52}">
      <dsp:nvSpPr>
        <dsp:cNvPr id="0" name=""/>
        <dsp:cNvSpPr/>
      </dsp:nvSpPr>
      <dsp:spPr>
        <a:xfrm>
          <a:off x="309751" y="5355052"/>
          <a:ext cx="563183" cy="5631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12D4C-034F-411A-9BB2-D5D43B5E059A}">
      <dsp:nvSpPr>
        <dsp:cNvPr id="0" name=""/>
        <dsp:cNvSpPr/>
      </dsp:nvSpPr>
      <dsp:spPr>
        <a:xfrm>
          <a:off x="1182685" y="5124659"/>
          <a:ext cx="3543515" cy="1023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0" tIns="108370" rIns="108370" bIns="1083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Present business insights visually</a:t>
          </a:r>
        </a:p>
      </dsp:txBody>
      <dsp:txXfrm>
        <a:off x="1182685" y="5124659"/>
        <a:ext cx="3543515" cy="10239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9775CF-6871-4DAB-BCC9-9DC0B8D41AEC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3EAF3-3971-4FE6-B29A-554822E1461E}">
      <dsp:nvSpPr>
        <dsp:cNvPr id="0" name=""/>
        <dsp:cNvSpPr/>
      </dsp:nvSpPr>
      <dsp:spPr>
        <a:xfrm>
          <a:off x="0" y="0"/>
          <a:ext cx="4726201" cy="734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dataset contains online retail transactions, including:</a:t>
          </a:r>
        </a:p>
      </dsp:txBody>
      <dsp:txXfrm>
        <a:off x="0" y="0"/>
        <a:ext cx="4726201" cy="734851"/>
      </dsp:txXfrm>
    </dsp:sp>
    <dsp:sp modelId="{A02A4ECD-5D77-44F9-AA5A-DD0A7BE9D02D}">
      <dsp:nvSpPr>
        <dsp:cNvPr id="0" name=""/>
        <dsp:cNvSpPr/>
      </dsp:nvSpPr>
      <dsp:spPr>
        <a:xfrm>
          <a:off x="0" y="734851"/>
          <a:ext cx="4726201" cy="0"/>
        </a:xfrm>
        <a:prstGeom prst="line">
          <a:avLst/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accent2">
              <a:hueOff val="668788"/>
              <a:satOff val="-834"/>
              <a:lumOff val="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5E0EC-B344-4129-85AA-ADE35AFD64A9}">
      <dsp:nvSpPr>
        <dsp:cNvPr id="0" name=""/>
        <dsp:cNvSpPr/>
      </dsp:nvSpPr>
      <dsp:spPr>
        <a:xfrm>
          <a:off x="0" y="734851"/>
          <a:ext cx="4726201" cy="734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Order Date</a:t>
          </a:r>
        </a:p>
      </dsp:txBody>
      <dsp:txXfrm>
        <a:off x="0" y="734851"/>
        <a:ext cx="4726201" cy="734851"/>
      </dsp:txXfrm>
    </dsp:sp>
    <dsp:sp modelId="{D16079B1-D1CC-426E-9FA6-24E8E8771584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accent2">
              <a:hueOff val="1337577"/>
              <a:satOff val="-1668"/>
              <a:lumOff val="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0683BF-B375-49C4-8BBE-3DC1DC8F1C48}">
      <dsp:nvSpPr>
        <dsp:cNvPr id="0" name=""/>
        <dsp:cNvSpPr/>
      </dsp:nvSpPr>
      <dsp:spPr>
        <a:xfrm>
          <a:off x="0" y="1469702"/>
          <a:ext cx="4726201" cy="734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Region / Country</a:t>
          </a:r>
        </a:p>
      </dsp:txBody>
      <dsp:txXfrm>
        <a:off x="0" y="1469702"/>
        <a:ext cx="4726201" cy="734851"/>
      </dsp:txXfrm>
    </dsp:sp>
    <dsp:sp modelId="{2AA696A5-C455-4DF8-8FE5-8105DCAF09A8}">
      <dsp:nvSpPr>
        <dsp:cNvPr id="0" name=""/>
        <dsp:cNvSpPr/>
      </dsp:nvSpPr>
      <dsp:spPr>
        <a:xfrm>
          <a:off x="0" y="2204553"/>
          <a:ext cx="4726201" cy="0"/>
        </a:xfrm>
        <a:prstGeom prst="line">
          <a:avLst/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accent2">
              <a:hueOff val="2006365"/>
              <a:satOff val="-2502"/>
              <a:lumOff val="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273B3-5146-441F-8F52-ED9785F25430}">
      <dsp:nvSpPr>
        <dsp:cNvPr id="0" name=""/>
        <dsp:cNvSpPr/>
      </dsp:nvSpPr>
      <dsp:spPr>
        <a:xfrm>
          <a:off x="0" y="2204553"/>
          <a:ext cx="4726201" cy="734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Products</a:t>
          </a:r>
        </a:p>
      </dsp:txBody>
      <dsp:txXfrm>
        <a:off x="0" y="2204553"/>
        <a:ext cx="4726201" cy="734851"/>
      </dsp:txXfrm>
    </dsp:sp>
    <dsp:sp modelId="{FC09D951-A594-405A-9A13-10D466BAC66D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accent2">
              <a:hueOff val="2675154"/>
              <a:satOff val="-3337"/>
              <a:lumOff val="7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5B2A4-BA72-4617-85DA-70D5AC341ECE}">
      <dsp:nvSpPr>
        <dsp:cNvPr id="0" name=""/>
        <dsp:cNvSpPr/>
      </dsp:nvSpPr>
      <dsp:spPr>
        <a:xfrm>
          <a:off x="0" y="2939404"/>
          <a:ext cx="4726201" cy="734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Quantity Sold</a:t>
          </a:r>
        </a:p>
      </dsp:txBody>
      <dsp:txXfrm>
        <a:off x="0" y="2939404"/>
        <a:ext cx="4726201" cy="734851"/>
      </dsp:txXfrm>
    </dsp:sp>
    <dsp:sp modelId="{ED74C348-524F-4950-85A8-9AAE3F0C6452}">
      <dsp:nvSpPr>
        <dsp:cNvPr id="0" name=""/>
        <dsp:cNvSpPr/>
      </dsp:nvSpPr>
      <dsp:spPr>
        <a:xfrm>
          <a:off x="0" y="3674255"/>
          <a:ext cx="4726201" cy="0"/>
        </a:xfrm>
        <a:prstGeom prst="line">
          <a:avLst/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accent2">
              <a:hueOff val="3343942"/>
              <a:satOff val="-4171"/>
              <a:lumOff val="9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5A6EC-1C0A-4EC8-9527-41F3C3A3C326}">
      <dsp:nvSpPr>
        <dsp:cNvPr id="0" name=""/>
        <dsp:cNvSpPr/>
      </dsp:nvSpPr>
      <dsp:spPr>
        <a:xfrm>
          <a:off x="0" y="3674255"/>
          <a:ext cx="4726201" cy="734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Sales Revenue</a:t>
          </a:r>
        </a:p>
      </dsp:txBody>
      <dsp:txXfrm>
        <a:off x="0" y="3674255"/>
        <a:ext cx="4726201" cy="734851"/>
      </dsp:txXfrm>
    </dsp:sp>
    <dsp:sp modelId="{AA851222-AD4D-43D0-A63F-6862BAAE14CB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accent2">
              <a:hueOff val="4012731"/>
              <a:satOff val="-5005"/>
              <a:lumOff val="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6A0F3-8EDC-440A-BAB3-975BDFED7605}">
      <dsp:nvSpPr>
        <dsp:cNvPr id="0" name=""/>
        <dsp:cNvSpPr/>
      </dsp:nvSpPr>
      <dsp:spPr>
        <a:xfrm>
          <a:off x="0" y="4409106"/>
          <a:ext cx="4726201" cy="734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Cost</a:t>
          </a:r>
        </a:p>
      </dsp:txBody>
      <dsp:txXfrm>
        <a:off x="0" y="4409106"/>
        <a:ext cx="4726201" cy="734851"/>
      </dsp:txXfrm>
    </dsp:sp>
    <dsp:sp modelId="{B7ABC1BC-349D-4C7E-9C82-AAE4DD261F72}">
      <dsp:nvSpPr>
        <dsp:cNvPr id="0" name=""/>
        <dsp:cNvSpPr/>
      </dsp:nvSpPr>
      <dsp:spPr>
        <a:xfrm>
          <a:off x="0" y="5143957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F5A750-F906-4B4C-AB15-68BB897C87AD}">
      <dsp:nvSpPr>
        <dsp:cNvPr id="0" name=""/>
        <dsp:cNvSpPr/>
      </dsp:nvSpPr>
      <dsp:spPr>
        <a:xfrm>
          <a:off x="0" y="5143957"/>
          <a:ext cx="4726201" cy="734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Profit</a:t>
          </a:r>
        </a:p>
      </dsp:txBody>
      <dsp:txXfrm>
        <a:off x="0" y="5143957"/>
        <a:ext cx="4726201" cy="7348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70E36E-1AED-4843-AEC8-D95A9E041E69}">
      <dsp:nvSpPr>
        <dsp:cNvPr id="0" name=""/>
        <dsp:cNvSpPr/>
      </dsp:nvSpPr>
      <dsp:spPr>
        <a:xfrm>
          <a:off x="0" y="1808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35AEC-C3F5-4B3D-B3BC-6E6AB05C6DBF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FF301-EB2B-4CDE-8601-95597B116F86}">
      <dsp:nvSpPr>
        <dsp:cNvPr id="0" name=""/>
        <dsp:cNvSpPr/>
      </dsp:nvSpPr>
      <dsp:spPr>
        <a:xfrm>
          <a:off x="889864" y="1808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Microsoft Excel</a:t>
          </a:r>
        </a:p>
      </dsp:txBody>
      <dsp:txXfrm>
        <a:off x="889864" y="1808"/>
        <a:ext cx="3794084" cy="770445"/>
      </dsp:txXfrm>
    </dsp:sp>
    <dsp:sp modelId="{2078246E-E291-4B01-9173-F02668FB6B20}">
      <dsp:nvSpPr>
        <dsp:cNvPr id="0" name=""/>
        <dsp:cNvSpPr/>
      </dsp:nvSpPr>
      <dsp:spPr>
        <a:xfrm>
          <a:off x="0" y="964865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FD0DD6-B040-446C-8746-143EF2F2353D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61AB7-C89F-45D5-823E-E2A976D65AB6}">
      <dsp:nvSpPr>
        <dsp:cNvPr id="0" name=""/>
        <dsp:cNvSpPr/>
      </dsp:nvSpPr>
      <dsp:spPr>
        <a:xfrm>
          <a:off x="889864" y="964865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Pivot Tables &amp; Charts</a:t>
          </a:r>
        </a:p>
      </dsp:txBody>
      <dsp:txXfrm>
        <a:off x="889864" y="964865"/>
        <a:ext cx="3794084" cy="770445"/>
      </dsp:txXfrm>
    </dsp:sp>
    <dsp:sp modelId="{8378AEF1-4CE5-4566-B7EA-270E5FAF08AE}">
      <dsp:nvSpPr>
        <dsp:cNvPr id="0" name=""/>
        <dsp:cNvSpPr/>
      </dsp:nvSpPr>
      <dsp:spPr>
        <a:xfrm>
          <a:off x="0" y="1927922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C59CE3-B2C7-447F-966C-D0CC64967CE0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751E2-7337-49FD-8BA1-61E245069385}">
      <dsp:nvSpPr>
        <dsp:cNvPr id="0" name=""/>
        <dsp:cNvSpPr/>
      </dsp:nvSpPr>
      <dsp:spPr>
        <a:xfrm>
          <a:off x="889864" y="1927922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Query</a:t>
          </a:r>
        </a:p>
      </dsp:txBody>
      <dsp:txXfrm>
        <a:off x="889864" y="1927922"/>
        <a:ext cx="3794084" cy="770445"/>
      </dsp:txXfrm>
    </dsp:sp>
    <dsp:sp modelId="{EC1CEA5D-C0E6-4489-8AF7-1DEA3141D530}">
      <dsp:nvSpPr>
        <dsp:cNvPr id="0" name=""/>
        <dsp:cNvSpPr/>
      </dsp:nvSpPr>
      <dsp:spPr>
        <a:xfrm>
          <a:off x="0" y="2890979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0BD5EF-37BA-49A5-8574-FC9695D2E458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F7A6B-504E-4292-80B9-9043BF43B872}">
      <dsp:nvSpPr>
        <dsp:cNvPr id="0" name=""/>
        <dsp:cNvSpPr/>
      </dsp:nvSpPr>
      <dsp:spPr>
        <a:xfrm>
          <a:off x="889864" y="2890979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Slicers &amp; Filters</a:t>
          </a:r>
        </a:p>
      </dsp:txBody>
      <dsp:txXfrm>
        <a:off x="889864" y="2890979"/>
        <a:ext cx="3794084" cy="770445"/>
      </dsp:txXfrm>
    </dsp:sp>
    <dsp:sp modelId="{3B29E39D-EB58-437D-9362-BBFD291AB0D2}">
      <dsp:nvSpPr>
        <dsp:cNvPr id="0" name=""/>
        <dsp:cNvSpPr/>
      </dsp:nvSpPr>
      <dsp:spPr>
        <a:xfrm>
          <a:off x="0" y="3854036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B4EB16-D94D-486B-A6F4-53B36FED1517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4BD5C-B3BE-4EB2-BE08-F3A38F3DFBAE}">
      <dsp:nvSpPr>
        <dsp:cNvPr id="0" name=""/>
        <dsp:cNvSpPr/>
      </dsp:nvSpPr>
      <dsp:spPr>
        <a:xfrm>
          <a:off x="889864" y="3854036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Conditional Formatting</a:t>
          </a:r>
        </a:p>
      </dsp:txBody>
      <dsp:txXfrm>
        <a:off x="889864" y="3854036"/>
        <a:ext cx="3794084" cy="770445"/>
      </dsp:txXfrm>
    </dsp:sp>
    <dsp:sp modelId="{0191C29A-4DE0-4BCC-AAA2-2748EA09E253}">
      <dsp:nvSpPr>
        <dsp:cNvPr id="0" name=""/>
        <dsp:cNvSpPr/>
      </dsp:nvSpPr>
      <dsp:spPr>
        <a:xfrm>
          <a:off x="0" y="4817093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FE6EFD-FC3A-4170-BE03-46CCEAD574E0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5216A-B53E-4E05-B045-FE4B79DF2961}">
      <dsp:nvSpPr>
        <dsp:cNvPr id="0" name=""/>
        <dsp:cNvSpPr/>
      </dsp:nvSpPr>
      <dsp:spPr>
        <a:xfrm>
          <a:off x="889864" y="4817093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Dashboard Design</a:t>
          </a:r>
        </a:p>
      </dsp:txBody>
      <dsp:txXfrm>
        <a:off x="889864" y="4817093"/>
        <a:ext cx="3794084" cy="7704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256152-BBF6-4D9A-B65C-1C565BADA42B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088A60-C946-4FCB-8F95-E5ABDF7D5943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DF92A2-4694-4181-835C-CFA41250BAB0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Total Sales exceeded $56.4M</a:t>
          </a:r>
        </a:p>
      </dsp:txBody>
      <dsp:txXfrm>
        <a:off x="1129902" y="4592"/>
        <a:ext cx="3596298" cy="978270"/>
      </dsp:txXfrm>
    </dsp:sp>
    <dsp:sp modelId="{E8BC03BD-4520-43FE-AAF3-606C46FEBEF9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8D564B-0757-4CA7-853F-5FA99F3BD25A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05D450-CA60-4E6A-A5B8-2E3B0051C4B2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Overall Profit recorded a loss of $642,501</a:t>
          </a:r>
        </a:p>
      </dsp:txBody>
      <dsp:txXfrm>
        <a:off x="1129902" y="1227431"/>
        <a:ext cx="3596298" cy="978270"/>
      </dsp:txXfrm>
    </dsp:sp>
    <dsp:sp modelId="{31A11F49-86D3-4484-9A55-001118ABD4D9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741322-744A-4539-A385-6CE0E4E615DD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B6C54-96A8-456C-A308-38318CEB66F3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Water Bottles, USB Cables, and Backpacks were top products</a:t>
          </a:r>
        </a:p>
      </dsp:txBody>
      <dsp:txXfrm>
        <a:off x="1129902" y="2450269"/>
        <a:ext cx="3596298" cy="978270"/>
      </dsp:txXfrm>
    </dsp:sp>
    <dsp:sp modelId="{3B774E0D-952A-4D03-977B-9318638DE112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405BE8-8425-4022-AC21-F7A38936096B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F7DA1-0738-4C10-B514-83FBA53F3E9B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United States generated the highest regional sales</a:t>
          </a:r>
        </a:p>
      </dsp:txBody>
      <dsp:txXfrm>
        <a:off x="1129902" y="3673107"/>
        <a:ext cx="3596298" cy="978270"/>
      </dsp:txXfrm>
    </dsp:sp>
    <dsp:sp modelId="{DA5E15E8-7C8E-4F93-B92D-25693D7344DE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FBEFB-E4DF-4BA6-8DE7-2D9BB94048AC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90B0B7-4805-45E7-A704-5DC774B89B90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Sales peaked between March and August</a:t>
          </a:r>
        </a:p>
      </dsp:txBody>
      <dsp:txXfrm>
        <a:off x="1129902" y="4895945"/>
        <a:ext cx="3596298" cy="9782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B3A732-6124-4C93-AC29-DE05675492F8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2D430-0E7D-4C83-B533-14CB943BCD68}">
      <dsp:nvSpPr>
        <dsp:cNvPr id="0" name=""/>
        <dsp:cNvSpPr/>
      </dsp:nvSpPr>
      <dsp:spPr>
        <a:xfrm>
          <a:off x="0" y="71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Review operational and logistics costs</a:t>
          </a:r>
        </a:p>
      </dsp:txBody>
      <dsp:txXfrm>
        <a:off x="0" y="717"/>
        <a:ext cx="4726201" cy="1175474"/>
      </dsp:txXfrm>
    </dsp:sp>
    <dsp:sp modelId="{E066758F-B489-48D6-A659-E5CBCBBD1BA4}">
      <dsp:nvSpPr>
        <dsp:cNvPr id="0" name=""/>
        <dsp:cNvSpPr/>
      </dsp:nvSpPr>
      <dsp:spPr>
        <a:xfrm>
          <a:off x="0" y="1176192"/>
          <a:ext cx="4726201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522AB-8438-4FF9-A2F2-2490CCA30BF0}">
      <dsp:nvSpPr>
        <dsp:cNvPr id="0" name=""/>
        <dsp:cNvSpPr/>
      </dsp:nvSpPr>
      <dsp:spPr>
        <a:xfrm>
          <a:off x="0" y="1176192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Increase stock for high‑demand products</a:t>
          </a:r>
        </a:p>
      </dsp:txBody>
      <dsp:txXfrm>
        <a:off x="0" y="1176192"/>
        <a:ext cx="4726201" cy="1175474"/>
      </dsp:txXfrm>
    </dsp:sp>
    <dsp:sp modelId="{637EA582-4CB1-4FAD-B33D-8A0797EDCAAD}">
      <dsp:nvSpPr>
        <dsp:cNvPr id="0" name=""/>
        <dsp:cNvSpPr/>
      </dsp:nvSpPr>
      <dsp:spPr>
        <a:xfrm>
          <a:off x="0" y="2351667"/>
          <a:ext cx="4726201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E048F9-867D-4615-BD51-CD37B87AEAFC}">
      <dsp:nvSpPr>
        <dsp:cNvPr id="0" name=""/>
        <dsp:cNvSpPr/>
      </dsp:nvSpPr>
      <dsp:spPr>
        <a:xfrm>
          <a:off x="0" y="235166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Improve marketing in weaker regions</a:t>
          </a:r>
        </a:p>
      </dsp:txBody>
      <dsp:txXfrm>
        <a:off x="0" y="2351667"/>
        <a:ext cx="4726201" cy="1175474"/>
      </dsp:txXfrm>
    </dsp:sp>
    <dsp:sp modelId="{3F3E877D-9E73-4A6A-9D76-A0FF2C220FA8}">
      <dsp:nvSpPr>
        <dsp:cNvPr id="0" name=""/>
        <dsp:cNvSpPr/>
      </dsp:nvSpPr>
      <dsp:spPr>
        <a:xfrm>
          <a:off x="0" y="3527141"/>
          <a:ext cx="4726201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C5171-41F1-4400-897D-8C96746ADDF8}">
      <dsp:nvSpPr>
        <dsp:cNvPr id="0" name=""/>
        <dsp:cNvSpPr/>
      </dsp:nvSpPr>
      <dsp:spPr>
        <a:xfrm>
          <a:off x="0" y="3527141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Optimize pricing strategies</a:t>
          </a:r>
        </a:p>
      </dsp:txBody>
      <dsp:txXfrm>
        <a:off x="0" y="3527141"/>
        <a:ext cx="4726201" cy="1175474"/>
      </dsp:txXfrm>
    </dsp:sp>
    <dsp:sp modelId="{5B2C9A26-C531-4F37-8648-23C6037F57CE}">
      <dsp:nvSpPr>
        <dsp:cNvPr id="0" name=""/>
        <dsp:cNvSpPr/>
      </dsp:nvSpPr>
      <dsp:spPr>
        <a:xfrm>
          <a:off x="0" y="4702616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9AE3B7-67BB-48EA-9628-1FB2DF8662FF}">
      <dsp:nvSpPr>
        <dsp:cNvPr id="0" name=""/>
        <dsp:cNvSpPr/>
      </dsp:nvSpPr>
      <dsp:spPr>
        <a:xfrm>
          <a:off x="0" y="4702616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Align inventory with peak demand periods</a:t>
          </a:r>
        </a:p>
      </dsp:txBody>
      <dsp:txXfrm>
        <a:off x="0" y="4702616"/>
        <a:ext cx="4726201" cy="11754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782E17-FD5F-4FB6-B3DA-77F5A38964E7}">
      <dsp:nvSpPr>
        <dsp:cNvPr id="0" name=""/>
        <dsp:cNvSpPr/>
      </dsp:nvSpPr>
      <dsp:spPr>
        <a:xfrm>
          <a:off x="0" y="86359"/>
          <a:ext cx="5000124" cy="2597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The dashboard provides a clear view of sales performance, profitability challenges and growth opportunities.</a:t>
          </a:r>
        </a:p>
      </dsp:txBody>
      <dsp:txXfrm>
        <a:off x="126795" y="213154"/>
        <a:ext cx="4746534" cy="2343810"/>
      </dsp:txXfrm>
    </dsp:sp>
    <dsp:sp modelId="{D65F6256-556C-4649-8050-EB3906BCA8F3}">
      <dsp:nvSpPr>
        <dsp:cNvPr id="0" name=""/>
        <dsp:cNvSpPr/>
      </dsp:nvSpPr>
      <dsp:spPr>
        <a:xfrm>
          <a:off x="0" y="2770160"/>
          <a:ext cx="5000124" cy="259740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Data‑driven decisions can improve revenue and operational efficiency.</a:t>
          </a:r>
        </a:p>
      </dsp:txBody>
      <dsp:txXfrm>
        <a:off x="126795" y="2896955"/>
        <a:ext cx="4746534" cy="2343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575361"/>
            <a:ext cx="428045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7081A-8223-6391-F62F-4192A5F53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8452"/>
            <a:ext cx="3731078" cy="3587786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Online Sales Analysis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By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Isaac Mbagwu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1193254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16EC0-0E7A-25F2-EF06-D4CE20CA1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Sales Performance Review &amp; Business Insights Report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90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Project Overview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E45E24-A827-D053-FC3A-072EB3ADA6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802492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Project Objectives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E8E978-AC83-74A8-CC08-D079FF6180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5039354"/>
              </p:ext>
            </p:extLst>
          </p:nvPr>
        </p:nvGraphicFramePr>
        <p:xfrm>
          <a:off x="4113104" y="202912"/>
          <a:ext cx="4726201" cy="6153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Dataset Description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8ED867-E74A-A6AC-9214-DDE81DC495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6955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/>
              <a:t>Tools &amp; Techniques Used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A5FEF5-D9EF-6E83-2C77-3FD3722C9F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939433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44D62-E3E7-323C-71AE-52B12A76A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762"/>
            <a:ext cx="8229600" cy="1232037"/>
          </a:xfrm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PERFORMANCE INDICATORS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E91909-C482-A745-3DA1-BA811E703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28" y="2053496"/>
            <a:ext cx="6749143" cy="198900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D9982C-49CD-6186-43B0-0D58286DD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43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0E8F50-1DB5-6B57-EE9A-7E4871AE0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495798"/>
            <a:ext cx="8305800" cy="175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101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DDE06A-A30B-925E-A787-186CF466B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Sales trend across Products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14C548EC-C011-68B3-DFFB-85F269D10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2181360"/>
            <a:ext cx="8382000" cy="419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667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9F2-A08E-8A31-0125-E5320275D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Sales across Regions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05E695-9936-7755-8EDA-84FA4B681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589314"/>
            <a:ext cx="8178799" cy="369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72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38F662-438B-DAF5-6E24-73C7D342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Sales trend across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6F3858-C15A-820E-08EF-AAEDB68239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6484" y="1574020"/>
            <a:ext cx="5272658" cy="360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63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Key Insights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BE2463-0F31-F4A3-96C2-DEC668EC82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8922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2100">
                <a:solidFill>
                  <a:schemeClr val="bg1"/>
                </a:solidFill>
              </a:rPr>
              <a:t>Business Recommendations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24660D-6322-1170-1C64-8136CA6A80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617695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5C0205-0653-B723-088F-7CB02690A3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44715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252</Words>
  <Application>Microsoft Office PowerPoint</Application>
  <PresentationFormat>On-screen Show (4:3)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Online Sales Analysis  By  Isaac Mbagwu</vt:lpstr>
      <vt:lpstr>Project Overview</vt:lpstr>
      <vt:lpstr>Project Objectives</vt:lpstr>
      <vt:lpstr>Dataset Description</vt:lpstr>
      <vt:lpstr>Tools &amp; Techniques Used</vt:lpstr>
      <vt:lpstr>KEY PERFORMANCE INDICATORS</vt:lpstr>
      <vt:lpstr>Sales trend across Products</vt:lpstr>
      <vt:lpstr>Sales across Regions </vt:lpstr>
      <vt:lpstr>Sales trend across time</vt:lpstr>
      <vt:lpstr>Key Insights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Fa-Da</dc:creator>
  <cp:keywords/>
  <dc:description>generated using python-pptx</dc:description>
  <cp:lastModifiedBy>Isaac Mbagwu</cp:lastModifiedBy>
  <cp:revision>3</cp:revision>
  <dcterms:created xsi:type="dcterms:W3CDTF">2013-01-27T09:14:16Z</dcterms:created>
  <dcterms:modified xsi:type="dcterms:W3CDTF">2026-02-11T00:52:43Z</dcterms:modified>
  <cp:category/>
</cp:coreProperties>
</file>